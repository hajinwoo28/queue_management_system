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8288000" cy="10287000"/>
  <p:notesSz cx="6858000" cy="9144000"/>
  <p:embeddedFontLst>
    <p:embeddedFont>
      <p:font typeface="League Spartan" panose="020B0604020202020204" charset="0"/>
      <p:regular r:id="rId9"/>
    </p:embeddedFont>
    <p:embeddedFont>
      <p:font typeface="Poppins" panose="00000500000000000000" pitchFamily="2" charset="0"/>
      <p:regular r:id="rId10"/>
    </p:embeddedFont>
    <p:embeddedFont>
      <p:font typeface="Poppins Medium" panose="020B0502040204020203" pitchFamily="2" charset="0"/>
      <p:regular r:id="rId11"/>
    </p:embeddedFont>
    <p:embeddedFont>
      <p:font typeface="Poppins Semi-Bold" panose="020B0604020202020204" charset="0"/>
      <p:regular r:id="rId1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45" d="100"/>
          <a:sy n="45" d="100"/>
        </p:scale>
        <p:origin x="548" y="4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font" Target="fonts/font1.fntdata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6/3/2026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jpeg"/><Relationship Id="rId5" Type="http://schemas.openxmlformats.org/officeDocument/2006/relationships/image" Target="../media/image4.png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jpeg"/><Relationship Id="rId5" Type="http://schemas.openxmlformats.org/officeDocument/2006/relationships/image" Target="../media/image4.png"/><Relationship Id="rId4" Type="http://schemas.openxmlformats.org/officeDocument/2006/relationships/image" Target="../media/image3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jpeg"/><Relationship Id="rId5" Type="http://schemas.openxmlformats.org/officeDocument/2006/relationships/image" Target="../media/image4.png"/><Relationship Id="rId4" Type="http://schemas.openxmlformats.org/officeDocument/2006/relationships/image" Target="../media/image3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29412" b="-29412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-1756460" y="8867605"/>
            <a:ext cx="20044460" cy="2630835"/>
          </a:xfrm>
          <a:custGeom>
            <a:avLst/>
            <a:gdLst/>
            <a:ahLst/>
            <a:cxnLst/>
            <a:rect l="l" t="t" r="r" b="b"/>
            <a:pathLst>
              <a:path w="20044460" h="2630835">
                <a:moveTo>
                  <a:pt x="0" y="0"/>
                </a:moveTo>
                <a:lnTo>
                  <a:pt x="20044460" y="0"/>
                </a:lnTo>
                <a:lnTo>
                  <a:pt x="20044460" y="2630836"/>
                </a:lnTo>
                <a:lnTo>
                  <a:pt x="0" y="263083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9999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flipV="1">
            <a:off x="0" y="-1315418"/>
            <a:ext cx="20044460" cy="2630835"/>
          </a:xfrm>
          <a:custGeom>
            <a:avLst/>
            <a:gdLst/>
            <a:ahLst/>
            <a:cxnLst/>
            <a:rect l="l" t="t" r="r" b="b"/>
            <a:pathLst>
              <a:path w="20044460" h="2630835">
                <a:moveTo>
                  <a:pt x="0" y="2630836"/>
                </a:moveTo>
                <a:lnTo>
                  <a:pt x="20044460" y="2630836"/>
                </a:lnTo>
                <a:lnTo>
                  <a:pt x="20044460" y="0"/>
                </a:lnTo>
                <a:lnTo>
                  <a:pt x="0" y="0"/>
                </a:lnTo>
                <a:lnTo>
                  <a:pt x="0" y="2630836"/>
                </a:lnTo>
                <a:close/>
              </a:path>
            </a:pathLst>
          </a:custGeom>
          <a:blipFill>
            <a:blip>
              <a:alphaModFix amt="9999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flipV="1">
            <a:off x="11352291" y="-3270212"/>
            <a:ext cx="6935709" cy="10106680"/>
          </a:xfrm>
          <a:custGeom>
            <a:avLst/>
            <a:gdLst/>
            <a:ahLst/>
            <a:cxnLst/>
            <a:rect l="l" t="t" r="r" b="b"/>
            <a:pathLst>
              <a:path w="6935709" h="10106680">
                <a:moveTo>
                  <a:pt x="0" y="10106680"/>
                </a:moveTo>
                <a:lnTo>
                  <a:pt x="6935709" y="10106680"/>
                </a:lnTo>
                <a:lnTo>
                  <a:pt x="6935709" y="0"/>
                </a:lnTo>
                <a:lnTo>
                  <a:pt x="0" y="0"/>
                </a:lnTo>
                <a:lnTo>
                  <a:pt x="0" y="1010668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11352291" y="3450532"/>
            <a:ext cx="6935709" cy="10106680"/>
          </a:xfrm>
          <a:custGeom>
            <a:avLst/>
            <a:gdLst/>
            <a:ahLst/>
            <a:cxnLst/>
            <a:rect l="l" t="t" r="r" b="b"/>
            <a:pathLst>
              <a:path w="6935709" h="10106680">
                <a:moveTo>
                  <a:pt x="0" y="0"/>
                </a:moveTo>
                <a:lnTo>
                  <a:pt x="6935709" y="0"/>
                </a:lnTo>
                <a:lnTo>
                  <a:pt x="6935709" y="10106680"/>
                </a:lnTo>
                <a:lnTo>
                  <a:pt x="0" y="101066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13202147" y="8862843"/>
            <a:ext cx="4448189" cy="722831"/>
          </a:xfrm>
          <a:custGeom>
            <a:avLst/>
            <a:gdLst/>
            <a:ahLst/>
            <a:cxnLst/>
            <a:rect l="l" t="t" r="r" b="b"/>
            <a:pathLst>
              <a:path w="4448189" h="722831">
                <a:moveTo>
                  <a:pt x="0" y="0"/>
                </a:moveTo>
                <a:lnTo>
                  <a:pt x="4448189" y="0"/>
                </a:lnTo>
                <a:lnTo>
                  <a:pt x="4448189" y="722830"/>
                </a:lnTo>
                <a:lnTo>
                  <a:pt x="0" y="7228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 rot="-10800000">
            <a:off x="13202147" y="701327"/>
            <a:ext cx="4448189" cy="722831"/>
          </a:xfrm>
          <a:custGeom>
            <a:avLst/>
            <a:gdLst/>
            <a:ahLst/>
            <a:cxnLst/>
            <a:rect l="l" t="t" r="r" b="b"/>
            <a:pathLst>
              <a:path w="4448189" h="722831">
                <a:moveTo>
                  <a:pt x="0" y="0"/>
                </a:moveTo>
                <a:lnTo>
                  <a:pt x="4448189" y="0"/>
                </a:lnTo>
                <a:lnTo>
                  <a:pt x="4448189" y="722830"/>
                </a:lnTo>
                <a:lnTo>
                  <a:pt x="0" y="7228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grpSp>
        <p:nvGrpSpPr>
          <p:cNvPr id="9" name="Group 9"/>
          <p:cNvGrpSpPr/>
          <p:nvPr/>
        </p:nvGrpSpPr>
        <p:grpSpPr>
          <a:xfrm>
            <a:off x="11025343" y="1361478"/>
            <a:ext cx="8801797" cy="7564044"/>
            <a:chOff x="0" y="0"/>
            <a:chExt cx="812800" cy="6985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12800" cy="698500"/>
            </a:xfrm>
            <a:custGeom>
              <a:avLst/>
              <a:gdLst/>
              <a:ahLst/>
              <a:cxnLst/>
              <a:rect l="l" t="t" r="r" b="b"/>
              <a:pathLst>
                <a:path w="812800" h="698500">
                  <a:moveTo>
                    <a:pt x="812800" y="349250"/>
                  </a:moveTo>
                  <a:lnTo>
                    <a:pt x="609600" y="698500"/>
                  </a:lnTo>
                  <a:lnTo>
                    <a:pt x="203200" y="698500"/>
                  </a:lnTo>
                  <a:lnTo>
                    <a:pt x="0" y="349250"/>
                  </a:lnTo>
                  <a:lnTo>
                    <a:pt x="203200" y="0"/>
                  </a:lnTo>
                  <a:lnTo>
                    <a:pt x="609600" y="0"/>
                  </a:lnTo>
                  <a:lnTo>
                    <a:pt x="812800" y="349250"/>
                  </a:lnTo>
                  <a:close/>
                </a:path>
              </a:pathLst>
            </a:custGeom>
            <a:solidFill>
              <a:srgbClr val="FFBC00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114300" y="-57150"/>
              <a:ext cx="584200" cy="7556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1547166" y="1783128"/>
            <a:ext cx="7758150" cy="6667161"/>
            <a:chOff x="0" y="0"/>
            <a:chExt cx="812800" cy="6985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812800" cy="698500"/>
            </a:xfrm>
            <a:custGeom>
              <a:avLst/>
              <a:gdLst/>
              <a:ahLst/>
              <a:cxnLst/>
              <a:rect l="l" t="t" r="r" b="b"/>
              <a:pathLst>
                <a:path w="812800" h="698500">
                  <a:moveTo>
                    <a:pt x="812800" y="349250"/>
                  </a:moveTo>
                  <a:lnTo>
                    <a:pt x="609600" y="698500"/>
                  </a:lnTo>
                  <a:lnTo>
                    <a:pt x="203200" y="698500"/>
                  </a:lnTo>
                  <a:lnTo>
                    <a:pt x="0" y="349250"/>
                  </a:lnTo>
                  <a:lnTo>
                    <a:pt x="203200" y="0"/>
                  </a:lnTo>
                  <a:lnTo>
                    <a:pt x="609600" y="0"/>
                  </a:lnTo>
                  <a:lnTo>
                    <a:pt x="812800" y="349250"/>
                  </a:lnTo>
                  <a:close/>
                </a:path>
              </a:pathLst>
            </a:custGeom>
            <a:blipFill>
              <a:blip r:embed="rId6"/>
              <a:stretch>
                <a:fillRect l="-28986"/>
              </a:stretch>
            </a:blipFill>
          </p:spPr>
        </p:sp>
      </p:grpSp>
      <p:grpSp>
        <p:nvGrpSpPr>
          <p:cNvPr id="14" name="Group 14"/>
          <p:cNvGrpSpPr/>
          <p:nvPr/>
        </p:nvGrpSpPr>
        <p:grpSpPr>
          <a:xfrm>
            <a:off x="1421409" y="8496130"/>
            <a:ext cx="8568916" cy="911580"/>
            <a:chOff x="0" y="0"/>
            <a:chExt cx="901875" cy="95943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901875" cy="95943"/>
            </a:xfrm>
            <a:custGeom>
              <a:avLst/>
              <a:gdLst/>
              <a:ahLst/>
              <a:cxnLst/>
              <a:rect l="l" t="t" r="r" b="b"/>
              <a:pathLst>
                <a:path w="901875" h="95943">
                  <a:moveTo>
                    <a:pt x="0" y="0"/>
                  </a:moveTo>
                  <a:lnTo>
                    <a:pt x="901875" y="0"/>
                  </a:lnTo>
                  <a:lnTo>
                    <a:pt x="901875" y="95943"/>
                  </a:lnTo>
                  <a:lnTo>
                    <a:pt x="0" y="95943"/>
                  </a:lnTo>
                  <a:close/>
                </a:path>
              </a:pathLst>
            </a:custGeom>
            <a:solidFill>
              <a:srgbClr val="FFBC00"/>
            </a:solidFill>
          </p:spPr>
        </p:sp>
        <p:sp>
          <p:nvSpPr>
            <p:cNvPr id="16" name="TextBox 16"/>
            <p:cNvSpPr txBox="1"/>
            <p:nvPr/>
          </p:nvSpPr>
          <p:spPr>
            <a:xfrm>
              <a:off x="0" y="-57150"/>
              <a:ext cx="901875" cy="15309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1421409" y="2180161"/>
            <a:ext cx="9762695" cy="15471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667"/>
              </a:lnSpc>
              <a:spcBef>
                <a:spcPct val="0"/>
              </a:spcBef>
            </a:pPr>
            <a:r>
              <a:rPr lang="en-US" sz="9047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FIFO: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421409" y="8632680"/>
            <a:ext cx="8568916" cy="5981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45"/>
              </a:lnSpc>
              <a:spcBef>
                <a:spcPct val="0"/>
              </a:spcBef>
            </a:pPr>
            <a:r>
              <a:rPr lang="en-US" sz="3532" b="1" spc="-70" dirty="0">
                <a:solidFill>
                  <a:srgbClr val="000000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PRESENTATION BY GROUP 4 | BSCS 2D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421409" y="3660082"/>
            <a:ext cx="9603934" cy="41590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893"/>
              </a:lnSpc>
            </a:pPr>
            <a:r>
              <a:rPr lang="en-US" sz="9555">
                <a:solidFill>
                  <a:srgbClr val="FFBC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PGPC QUEUE MANAGEMENT SYSTEM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29412" b="-29412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-1756460" y="8867605"/>
            <a:ext cx="20044460" cy="2630835"/>
          </a:xfrm>
          <a:custGeom>
            <a:avLst/>
            <a:gdLst/>
            <a:ahLst/>
            <a:cxnLst/>
            <a:rect l="l" t="t" r="r" b="b"/>
            <a:pathLst>
              <a:path w="20044460" h="2630835">
                <a:moveTo>
                  <a:pt x="0" y="0"/>
                </a:moveTo>
                <a:lnTo>
                  <a:pt x="20044460" y="0"/>
                </a:lnTo>
                <a:lnTo>
                  <a:pt x="20044460" y="2630836"/>
                </a:lnTo>
                <a:lnTo>
                  <a:pt x="0" y="263083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9999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flipV="1">
            <a:off x="0" y="-1315418"/>
            <a:ext cx="20044460" cy="2630835"/>
          </a:xfrm>
          <a:custGeom>
            <a:avLst/>
            <a:gdLst/>
            <a:ahLst/>
            <a:cxnLst/>
            <a:rect l="l" t="t" r="r" b="b"/>
            <a:pathLst>
              <a:path w="20044460" h="2630835">
                <a:moveTo>
                  <a:pt x="0" y="2630836"/>
                </a:moveTo>
                <a:lnTo>
                  <a:pt x="20044460" y="2630836"/>
                </a:lnTo>
                <a:lnTo>
                  <a:pt x="20044460" y="0"/>
                </a:lnTo>
                <a:lnTo>
                  <a:pt x="0" y="0"/>
                </a:lnTo>
                <a:lnTo>
                  <a:pt x="0" y="2630836"/>
                </a:lnTo>
                <a:close/>
              </a:path>
            </a:pathLst>
          </a:custGeom>
          <a:blipFill>
            <a:blip>
              <a:alphaModFix amt="9999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5" name="Group 5"/>
          <p:cNvGrpSpPr/>
          <p:nvPr/>
        </p:nvGrpSpPr>
        <p:grpSpPr>
          <a:xfrm>
            <a:off x="1028700" y="3040136"/>
            <a:ext cx="16230600" cy="5827469"/>
            <a:chOff x="0" y="0"/>
            <a:chExt cx="4394068" cy="1577655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4394067" cy="1577655"/>
            </a:xfrm>
            <a:custGeom>
              <a:avLst/>
              <a:gdLst/>
              <a:ahLst/>
              <a:cxnLst/>
              <a:rect l="l" t="t" r="r" b="b"/>
              <a:pathLst>
                <a:path w="4394067" h="1577655">
                  <a:moveTo>
                    <a:pt x="0" y="0"/>
                  </a:moveTo>
                  <a:lnTo>
                    <a:pt x="4394067" y="0"/>
                  </a:lnTo>
                  <a:lnTo>
                    <a:pt x="4394067" y="1577655"/>
                  </a:lnTo>
                  <a:lnTo>
                    <a:pt x="0" y="1577655"/>
                  </a:lnTo>
                  <a:close/>
                </a:path>
              </a:pathLst>
            </a:custGeom>
            <a:solidFill>
              <a:srgbClr val="FFBC00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57150"/>
              <a:ext cx="4394068" cy="163480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459185" y="3182347"/>
            <a:ext cx="15369631" cy="52091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879"/>
              </a:lnSpc>
              <a:spcBef>
                <a:spcPct val="0"/>
              </a:spcBef>
            </a:pPr>
            <a:r>
              <a:rPr lang="en-US" sz="4914" b="1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Many organizations face significant challenges in managing queues, often resulting in prolonged waiting times and disorganized lines. These issues contribute to frustration and inefficiency among both clients and staff members.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4138991" y="1163018"/>
            <a:ext cx="10010019" cy="13432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010"/>
              </a:lnSpc>
              <a:spcBef>
                <a:spcPct val="0"/>
              </a:spcBef>
            </a:pPr>
            <a:r>
              <a:rPr lang="en-US" sz="7864">
                <a:solidFill>
                  <a:srgbClr val="FFBC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INTRODUCTION</a:t>
            </a:r>
          </a:p>
        </p:txBody>
      </p:sp>
      <p:sp>
        <p:nvSpPr>
          <p:cNvPr id="10" name="Freeform 10"/>
          <p:cNvSpPr/>
          <p:nvPr/>
        </p:nvSpPr>
        <p:spPr>
          <a:xfrm rot="-5400000">
            <a:off x="13505761" y="-2160696"/>
            <a:ext cx="3892438" cy="5672041"/>
          </a:xfrm>
          <a:custGeom>
            <a:avLst/>
            <a:gdLst/>
            <a:ahLst/>
            <a:cxnLst/>
            <a:rect l="l" t="t" r="r" b="b"/>
            <a:pathLst>
              <a:path w="3892438" h="5672041">
                <a:moveTo>
                  <a:pt x="0" y="0"/>
                </a:moveTo>
                <a:lnTo>
                  <a:pt x="3892438" y="0"/>
                </a:lnTo>
                <a:lnTo>
                  <a:pt x="3892438" y="5672040"/>
                </a:lnTo>
                <a:lnTo>
                  <a:pt x="0" y="567204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 rot="-5400000" flipV="1">
            <a:off x="889801" y="-2160696"/>
            <a:ext cx="3892438" cy="5672041"/>
          </a:xfrm>
          <a:custGeom>
            <a:avLst/>
            <a:gdLst/>
            <a:ahLst/>
            <a:cxnLst/>
            <a:rect l="l" t="t" r="r" b="b"/>
            <a:pathLst>
              <a:path w="3892438" h="5672041">
                <a:moveTo>
                  <a:pt x="0" y="5672040"/>
                </a:moveTo>
                <a:lnTo>
                  <a:pt x="3892438" y="5672040"/>
                </a:lnTo>
                <a:lnTo>
                  <a:pt x="3892438" y="0"/>
                </a:lnTo>
                <a:lnTo>
                  <a:pt x="0" y="0"/>
                </a:lnTo>
                <a:lnTo>
                  <a:pt x="0" y="567204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grpSp>
        <p:nvGrpSpPr>
          <p:cNvPr id="12" name="Group 12"/>
          <p:cNvGrpSpPr/>
          <p:nvPr/>
        </p:nvGrpSpPr>
        <p:grpSpPr>
          <a:xfrm>
            <a:off x="0" y="9930289"/>
            <a:ext cx="18288000" cy="356711"/>
            <a:chOff x="0" y="0"/>
            <a:chExt cx="4816593" cy="93949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4816592" cy="93949"/>
            </a:xfrm>
            <a:custGeom>
              <a:avLst/>
              <a:gdLst/>
              <a:ahLst/>
              <a:cxnLst/>
              <a:rect l="l" t="t" r="r" b="b"/>
              <a:pathLst>
                <a:path w="4816592" h="93949">
                  <a:moveTo>
                    <a:pt x="0" y="0"/>
                  </a:moveTo>
                  <a:lnTo>
                    <a:pt x="4816592" y="0"/>
                  </a:lnTo>
                  <a:lnTo>
                    <a:pt x="4816592" y="93949"/>
                  </a:lnTo>
                  <a:lnTo>
                    <a:pt x="0" y="93949"/>
                  </a:lnTo>
                  <a:close/>
                </a:path>
              </a:pathLst>
            </a:custGeom>
            <a:solidFill>
              <a:srgbClr val="FFBC00"/>
            </a:solidFill>
          </p:spPr>
        </p:sp>
        <p:sp>
          <p:nvSpPr>
            <p:cNvPr id="14" name="TextBox 14"/>
            <p:cNvSpPr txBox="1"/>
            <p:nvPr/>
          </p:nvSpPr>
          <p:spPr>
            <a:xfrm>
              <a:off x="0" y="-57150"/>
              <a:ext cx="4816593" cy="15109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29412" b="-29412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-1756460" y="8867605"/>
            <a:ext cx="20044460" cy="2630835"/>
          </a:xfrm>
          <a:custGeom>
            <a:avLst/>
            <a:gdLst/>
            <a:ahLst/>
            <a:cxnLst/>
            <a:rect l="l" t="t" r="r" b="b"/>
            <a:pathLst>
              <a:path w="20044460" h="2630835">
                <a:moveTo>
                  <a:pt x="0" y="0"/>
                </a:moveTo>
                <a:lnTo>
                  <a:pt x="20044460" y="0"/>
                </a:lnTo>
                <a:lnTo>
                  <a:pt x="20044460" y="2630836"/>
                </a:lnTo>
                <a:lnTo>
                  <a:pt x="0" y="263083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9999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flipV="1">
            <a:off x="0" y="-1315418"/>
            <a:ext cx="20044460" cy="2630835"/>
          </a:xfrm>
          <a:custGeom>
            <a:avLst/>
            <a:gdLst/>
            <a:ahLst/>
            <a:cxnLst/>
            <a:rect l="l" t="t" r="r" b="b"/>
            <a:pathLst>
              <a:path w="20044460" h="2630835">
                <a:moveTo>
                  <a:pt x="0" y="2630836"/>
                </a:moveTo>
                <a:lnTo>
                  <a:pt x="20044460" y="2630836"/>
                </a:lnTo>
                <a:lnTo>
                  <a:pt x="20044460" y="0"/>
                </a:lnTo>
                <a:lnTo>
                  <a:pt x="0" y="0"/>
                </a:lnTo>
                <a:lnTo>
                  <a:pt x="0" y="2630836"/>
                </a:lnTo>
                <a:close/>
              </a:path>
            </a:pathLst>
          </a:custGeom>
          <a:blipFill>
            <a:blip>
              <a:alphaModFix amt="9999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5" name="Group 5"/>
          <p:cNvGrpSpPr/>
          <p:nvPr/>
        </p:nvGrpSpPr>
        <p:grpSpPr>
          <a:xfrm>
            <a:off x="1028700" y="3040136"/>
            <a:ext cx="16230600" cy="5827469"/>
            <a:chOff x="0" y="0"/>
            <a:chExt cx="4394068" cy="1577655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4394067" cy="1577655"/>
            </a:xfrm>
            <a:custGeom>
              <a:avLst/>
              <a:gdLst/>
              <a:ahLst/>
              <a:cxnLst/>
              <a:rect l="l" t="t" r="r" b="b"/>
              <a:pathLst>
                <a:path w="4394067" h="1577655">
                  <a:moveTo>
                    <a:pt x="0" y="0"/>
                  </a:moveTo>
                  <a:lnTo>
                    <a:pt x="4394067" y="0"/>
                  </a:lnTo>
                  <a:lnTo>
                    <a:pt x="4394067" y="1577655"/>
                  </a:lnTo>
                  <a:lnTo>
                    <a:pt x="0" y="1577655"/>
                  </a:lnTo>
                  <a:close/>
                </a:path>
              </a:pathLst>
            </a:custGeom>
            <a:solidFill>
              <a:srgbClr val="FFBC00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57150"/>
              <a:ext cx="4394068" cy="163480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459185" y="3182347"/>
            <a:ext cx="15369631" cy="52091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879"/>
              </a:lnSpc>
              <a:spcBef>
                <a:spcPct val="0"/>
              </a:spcBef>
            </a:pPr>
            <a:r>
              <a:rPr lang="en-US" sz="4914" b="1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To address these challenges, the FIFO: PGPC Queue Management System was developed. The system operates on the First-In, First-Out principle, ensuring that clients are served in the order of their arrival while providing real-time updates on queue status.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4138991" y="1163018"/>
            <a:ext cx="10010019" cy="13432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010"/>
              </a:lnSpc>
              <a:spcBef>
                <a:spcPct val="0"/>
              </a:spcBef>
            </a:pPr>
            <a:r>
              <a:rPr lang="en-US" sz="7864">
                <a:solidFill>
                  <a:srgbClr val="FFBC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INTRODUCTION</a:t>
            </a:r>
          </a:p>
        </p:txBody>
      </p:sp>
      <p:sp>
        <p:nvSpPr>
          <p:cNvPr id="10" name="Freeform 10"/>
          <p:cNvSpPr/>
          <p:nvPr/>
        </p:nvSpPr>
        <p:spPr>
          <a:xfrm rot="-5400000">
            <a:off x="13505761" y="-2160696"/>
            <a:ext cx="3892438" cy="5672041"/>
          </a:xfrm>
          <a:custGeom>
            <a:avLst/>
            <a:gdLst/>
            <a:ahLst/>
            <a:cxnLst/>
            <a:rect l="l" t="t" r="r" b="b"/>
            <a:pathLst>
              <a:path w="3892438" h="5672041">
                <a:moveTo>
                  <a:pt x="0" y="0"/>
                </a:moveTo>
                <a:lnTo>
                  <a:pt x="3892438" y="0"/>
                </a:lnTo>
                <a:lnTo>
                  <a:pt x="3892438" y="5672040"/>
                </a:lnTo>
                <a:lnTo>
                  <a:pt x="0" y="567204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 rot="-5400000" flipV="1">
            <a:off x="889801" y="-2160696"/>
            <a:ext cx="3892438" cy="5672041"/>
          </a:xfrm>
          <a:custGeom>
            <a:avLst/>
            <a:gdLst/>
            <a:ahLst/>
            <a:cxnLst/>
            <a:rect l="l" t="t" r="r" b="b"/>
            <a:pathLst>
              <a:path w="3892438" h="5672041">
                <a:moveTo>
                  <a:pt x="0" y="5672040"/>
                </a:moveTo>
                <a:lnTo>
                  <a:pt x="3892438" y="5672040"/>
                </a:lnTo>
                <a:lnTo>
                  <a:pt x="3892438" y="0"/>
                </a:lnTo>
                <a:lnTo>
                  <a:pt x="0" y="0"/>
                </a:lnTo>
                <a:lnTo>
                  <a:pt x="0" y="567204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grpSp>
        <p:nvGrpSpPr>
          <p:cNvPr id="12" name="Group 12"/>
          <p:cNvGrpSpPr/>
          <p:nvPr/>
        </p:nvGrpSpPr>
        <p:grpSpPr>
          <a:xfrm>
            <a:off x="0" y="9930289"/>
            <a:ext cx="18288000" cy="356711"/>
            <a:chOff x="0" y="0"/>
            <a:chExt cx="4816593" cy="93949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4816592" cy="93949"/>
            </a:xfrm>
            <a:custGeom>
              <a:avLst/>
              <a:gdLst/>
              <a:ahLst/>
              <a:cxnLst/>
              <a:rect l="l" t="t" r="r" b="b"/>
              <a:pathLst>
                <a:path w="4816592" h="93949">
                  <a:moveTo>
                    <a:pt x="0" y="0"/>
                  </a:moveTo>
                  <a:lnTo>
                    <a:pt x="4816592" y="0"/>
                  </a:lnTo>
                  <a:lnTo>
                    <a:pt x="4816592" y="93949"/>
                  </a:lnTo>
                  <a:lnTo>
                    <a:pt x="0" y="93949"/>
                  </a:lnTo>
                  <a:close/>
                </a:path>
              </a:pathLst>
            </a:custGeom>
            <a:solidFill>
              <a:srgbClr val="FFBC00"/>
            </a:solidFill>
          </p:spPr>
        </p:sp>
        <p:sp>
          <p:nvSpPr>
            <p:cNvPr id="14" name="TextBox 14"/>
            <p:cNvSpPr txBox="1"/>
            <p:nvPr/>
          </p:nvSpPr>
          <p:spPr>
            <a:xfrm>
              <a:off x="0" y="-57150"/>
              <a:ext cx="4816593" cy="15109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22276" t="-29412" r="-7136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-1756460" y="8867605"/>
            <a:ext cx="20044460" cy="2630835"/>
          </a:xfrm>
          <a:custGeom>
            <a:avLst/>
            <a:gdLst/>
            <a:ahLst/>
            <a:cxnLst/>
            <a:rect l="l" t="t" r="r" b="b"/>
            <a:pathLst>
              <a:path w="20044460" h="2630835">
                <a:moveTo>
                  <a:pt x="0" y="0"/>
                </a:moveTo>
                <a:lnTo>
                  <a:pt x="20044460" y="0"/>
                </a:lnTo>
                <a:lnTo>
                  <a:pt x="20044460" y="2630836"/>
                </a:lnTo>
                <a:lnTo>
                  <a:pt x="0" y="263083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9999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flipV="1">
            <a:off x="0" y="-1315418"/>
            <a:ext cx="20044460" cy="2630835"/>
          </a:xfrm>
          <a:custGeom>
            <a:avLst/>
            <a:gdLst/>
            <a:ahLst/>
            <a:cxnLst/>
            <a:rect l="l" t="t" r="r" b="b"/>
            <a:pathLst>
              <a:path w="20044460" h="2630835">
                <a:moveTo>
                  <a:pt x="0" y="2630836"/>
                </a:moveTo>
                <a:lnTo>
                  <a:pt x="20044460" y="2630836"/>
                </a:lnTo>
                <a:lnTo>
                  <a:pt x="20044460" y="0"/>
                </a:lnTo>
                <a:lnTo>
                  <a:pt x="0" y="0"/>
                </a:lnTo>
                <a:lnTo>
                  <a:pt x="0" y="2630836"/>
                </a:lnTo>
                <a:close/>
              </a:path>
            </a:pathLst>
          </a:custGeom>
          <a:blipFill>
            <a:blip>
              <a:alphaModFix amt="9999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flipV="1">
            <a:off x="11352291" y="-3270212"/>
            <a:ext cx="6935709" cy="10106680"/>
          </a:xfrm>
          <a:custGeom>
            <a:avLst/>
            <a:gdLst/>
            <a:ahLst/>
            <a:cxnLst/>
            <a:rect l="l" t="t" r="r" b="b"/>
            <a:pathLst>
              <a:path w="6935709" h="10106680">
                <a:moveTo>
                  <a:pt x="0" y="10106680"/>
                </a:moveTo>
                <a:lnTo>
                  <a:pt x="6935709" y="10106680"/>
                </a:lnTo>
                <a:lnTo>
                  <a:pt x="6935709" y="0"/>
                </a:lnTo>
                <a:lnTo>
                  <a:pt x="0" y="0"/>
                </a:lnTo>
                <a:lnTo>
                  <a:pt x="0" y="1010668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11352291" y="3450532"/>
            <a:ext cx="6935709" cy="10106680"/>
          </a:xfrm>
          <a:custGeom>
            <a:avLst/>
            <a:gdLst/>
            <a:ahLst/>
            <a:cxnLst/>
            <a:rect l="l" t="t" r="r" b="b"/>
            <a:pathLst>
              <a:path w="6935709" h="10106680">
                <a:moveTo>
                  <a:pt x="0" y="0"/>
                </a:moveTo>
                <a:lnTo>
                  <a:pt x="6935709" y="0"/>
                </a:lnTo>
                <a:lnTo>
                  <a:pt x="6935709" y="10106680"/>
                </a:lnTo>
                <a:lnTo>
                  <a:pt x="0" y="101066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 rot="-10800000">
            <a:off x="13202147" y="706089"/>
            <a:ext cx="4448189" cy="722831"/>
          </a:xfrm>
          <a:custGeom>
            <a:avLst/>
            <a:gdLst/>
            <a:ahLst/>
            <a:cxnLst/>
            <a:rect l="l" t="t" r="r" b="b"/>
            <a:pathLst>
              <a:path w="4448189" h="722831">
                <a:moveTo>
                  <a:pt x="0" y="0"/>
                </a:moveTo>
                <a:lnTo>
                  <a:pt x="4448189" y="0"/>
                </a:lnTo>
                <a:lnTo>
                  <a:pt x="4448189" y="722831"/>
                </a:lnTo>
                <a:lnTo>
                  <a:pt x="0" y="72283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13202147" y="8862843"/>
            <a:ext cx="4448189" cy="722831"/>
          </a:xfrm>
          <a:custGeom>
            <a:avLst/>
            <a:gdLst/>
            <a:ahLst/>
            <a:cxnLst/>
            <a:rect l="l" t="t" r="r" b="b"/>
            <a:pathLst>
              <a:path w="4448189" h="722831">
                <a:moveTo>
                  <a:pt x="0" y="0"/>
                </a:moveTo>
                <a:lnTo>
                  <a:pt x="4448189" y="0"/>
                </a:lnTo>
                <a:lnTo>
                  <a:pt x="4448189" y="722830"/>
                </a:lnTo>
                <a:lnTo>
                  <a:pt x="0" y="7228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grpSp>
        <p:nvGrpSpPr>
          <p:cNvPr id="9" name="Group 9"/>
          <p:cNvGrpSpPr/>
          <p:nvPr/>
        </p:nvGrpSpPr>
        <p:grpSpPr>
          <a:xfrm>
            <a:off x="11025343" y="1361478"/>
            <a:ext cx="8801797" cy="7564044"/>
            <a:chOff x="0" y="0"/>
            <a:chExt cx="812800" cy="6985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12800" cy="698500"/>
            </a:xfrm>
            <a:custGeom>
              <a:avLst/>
              <a:gdLst/>
              <a:ahLst/>
              <a:cxnLst/>
              <a:rect l="l" t="t" r="r" b="b"/>
              <a:pathLst>
                <a:path w="812800" h="698500">
                  <a:moveTo>
                    <a:pt x="812800" y="349250"/>
                  </a:moveTo>
                  <a:lnTo>
                    <a:pt x="609600" y="698500"/>
                  </a:lnTo>
                  <a:lnTo>
                    <a:pt x="203200" y="698500"/>
                  </a:lnTo>
                  <a:lnTo>
                    <a:pt x="0" y="349250"/>
                  </a:lnTo>
                  <a:lnTo>
                    <a:pt x="203200" y="0"/>
                  </a:lnTo>
                  <a:lnTo>
                    <a:pt x="609600" y="0"/>
                  </a:lnTo>
                  <a:lnTo>
                    <a:pt x="812800" y="349250"/>
                  </a:lnTo>
                  <a:close/>
                </a:path>
              </a:pathLst>
            </a:custGeom>
            <a:solidFill>
              <a:srgbClr val="FFBC00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114300" y="-57150"/>
              <a:ext cx="584200" cy="7556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1547166" y="1809920"/>
            <a:ext cx="7758150" cy="6667161"/>
            <a:chOff x="0" y="0"/>
            <a:chExt cx="812800" cy="6985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812800" cy="698500"/>
            </a:xfrm>
            <a:custGeom>
              <a:avLst/>
              <a:gdLst/>
              <a:ahLst/>
              <a:cxnLst/>
              <a:rect l="l" t="t" r="r" b="b"/>
              <a:pathLst>
                <a:path w="812800" h="698500">
                  <a:moveTo>
                    <a:pt x="812800" y="349250"/>
                  </a:moveTo>
                  <a:lnTo>
                    <a:pt x="609600" y="698500"/>
                  </a:lnTo>
                  <a:lnTo>
                    <a:pt x="203200" y="698500"/>
                  </a:lnTo>
                  <a:lnTo>
                    <a:pt x="0" y="349250"/>
                  </a:lnTo>
                  <a:lnTo>
                    <a:pt x="203200" y="0"/>
                  </a:lnTo>
                  <a:lnTo>
                    <a:pt x="609600" y="0"/>
                  </a:lnTo>
                  <a:lnTo>
                    <a:pt x="812800" y="349250"/>
                  </a:lnTo>
                  <a:close/>
                </a:path>
              </a:pathLst>
            </a:custGeom>
            <a:blipFill>
              <a:blip r:embed="rId6"/>
              <a:stretch>
                <a:fillRect l="-28745"/>
              </a:stretch>
            </a:blipFill>
          </p:spPr>
        </p:sp>
      </p:grpSp>
      <p:grpSp>
        <p:nvGrpSpPr>
          <p:cNvPr id="14" name="Group 14"/>
          <p:cNvGrpSpPr/>
          <p:nvPr/>
        </p:nvGrpSpPr>
        <p:grpSpPr>
          <a:xfrm>
            <a:off x="0" y="9930289"/>
            <a:ext cx="18288000" cy="356711"/>
            <a:chOff x="0" y="0"/>
            <a:chExt cx="4816593" cy="93949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4816592" cy="93949"/>
            </a:xfrm>
            <a:custGeom>
              <a:avLst/>
              <a:gdLst/>
              <a:ahLst/>
              <a:cxnLst/>
              <a:rect l="l" t="t" r="r" b="b"/>
              <a:pathLst>
                <a:path w="4816592" h="93949">
                  <a:moveTo>
                    <a:pt x="0" y="0"/>
                  </a:moveTo>
                  <a:lnTo>
                    <a:pt x="4816592" y="0"/>
                  </a:lnTo>
                  <a:lnTo>
                    <a:pt x="4816592" y="93949"/>
                  </a:lnTo>
                  <a:lnTo>
                    <a:pt x="0" y="93949"/>
                  </a:lnTo>
                  <a:close/>
                </a:path>
              </a:pathLst>
            </a:custGeom>
            <a:solidFill>
              <a:srgbClr val="FFBC00"/>
            </a:solidFill>
          </p:spPr>
        </p:sp>
        <p:sp>
          <p:nvSpPr>
            <p:cNvPr id="16" name="TextBox 16"/>
            <p:cNvSpPr txBox="1"/>
            <p:nvPr/>
          </p:nvSpPr>
          <p:spPr>
            <a:xfrm>
              <a:off x="0" y="-57150"/>
              <a:ext cx="4816593" cy="15109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436450" y="1522598"/>
            <a:ext cx="7970561" cy="16870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887"/>
              </a:lnSpc>
              <a:spcBef>
                <a:spcPct val="0"/>
              </a:spcBef>
            </a:pPr>
            <a:r>
              <a:rPr lang="en-US" sz="9919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OBJECTIVES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436450" y="3123951"/>
            <a:ext cx="10394796" cy="61003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934937" lvl="1" indent="-467469" algn="just">
              <a:lnSpc>
                <a:spcPts val="6062"/>
              </a:lnSpc>
              <a:buFont typeface="Arial"/>
              <a:buChar char="•"/>
            </a:pPr>
            <a:r>
              <a:rPr lang="en-US" sz="433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To organize queues efficiently using FIFO logic, guaranteeing fairness.</a:t>
            </a:r>
          </a:p>
          <a:p>
            <a:pPr marL="934937" lvl="1" indent="-467469" algn="just">
              <a:lnSpc>
                <a:spcPts val="6062"/>
              </a:lnSpc>
              <a:buFont typeface="Arial"/>
              <a:buChar char="•"/>
            </a:pPr>
            <a:r>
              <a:rPr lang="en-US" sz="433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To reduce crowding and alleviate stress for both clients and staff.</a:t>
            </a:r>
          </a:p>
          <a:p>
            <a:pPr marL="934937" lvl="1" indent="-467469" algn="just">
              <a:lnSpc>
                <a:spcPts val="6062"/>
              </a:lnSpc>
              <a:buFont typeface="Arial"/>
              <a:buChar char="•"/>
            </a:pPr>
            <a:r>
              <a:rPr lang="en-US" sz="433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To provide a user-friendly digital system that functions offline, ensuring reliability.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29412" b="-29412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6743839" y="6237092"/>
            <a:ext cx="4359465" cy="1948032"/>
            <a:chOff x="0" y="0"/>
            <a:chExt cx="812800" cy="36320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812800" cy="363201"/>
            </a:xfrm>
            <a:custGeom>
              <a:avLst/>
              <a:gdLst/>
              <a:ahLst/>
              <a:cxnLst/>
              <a:rect l="l" t="t" r="r" b="b"/>
              <a:pathLst>
                <a:path w="812800" h="363201">
                  <a:moveTo>
                    <a:pt x="0" y="0"/>
                  </a:moveTo>
                  <a:lnTo>
                    <a:pt x="812800" y="0"/>
                  </a:lnTo>
                  <a:lnTo>
                    <a:pt x="812800" y="363201"/>
                  </a:lnTo>
                  <a:lnTo>
                    <a:pt x="0" y="363201"/>
                  </a:lnTo>
                  <a:close/>
                </a:path>
              </a:pathLst>
            </a:custGeom>
            <a:solidFill>
              <a:srgbClr val="0B1A26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57150"/>
              <a:ext cx="812800" cy="42035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20"/>
                </a:lnSpc>
              </a:pPr>
              <a:endParaRPr/>
            </a:p>
          </p:txBody>
        </p:sp>
      </p:grpSp>
      <p:sp>
        <p:nvSpPr>
          <p:cNvPr id="6" name="Freeform 6"/>
          <p:cNvSpPr/>
          <p:nvPr/>
        </p:nvSpPr>
        <p:spPr>
          <a:xfrm>
            <a:off x="-1756460" y="8157446"/>
            <a:ext cx="20044460" cy="2630835"/>
          </a:xfrm>
          <a:custGeom>
            <a:avLst/>
            <a:gdLst/>
            <a:ahLst/>
            <a:cxnLst/>
            <a:rect l="l" t="t" r="r" b="b"/>
            <a:pathLst>
              <a:path w="20044460" h="2630835">
                <a:moveTo>
                  <a:pt x="0" y="0"/>
                </a:moveTo>
                <a:lnTo>
                  <a:pt x="20044460" y="0"/>
                </a:lnTo>
                <a:lnTo>
                  <a:pt x="20044460" y="2630835"/>
                </a:lnTo>
                <a:lnTo>
                  <a:pt x="0" y="263083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9999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7" name="Group 7"/>
          <p:cNvGrpSpPr/>
          <p:nvPr/>
        </p:nvGrpSpPr>
        <p:grpSpPr>
          <a:xfrm>
            <a:off x="1627744" y="3762416"/>
            <a:ext cx="4359465" cy="1948032"/>
            <a:chOff x="0" y="0"/>
            <a:chExt cx="812800" cy="363201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812800" cy="363201"/>
            </a:xfrm>
            <a:custGeom>
              <a:avLst/>
              <a:gdLst/>
              <a:ahLst/>
              <a:cxnLst/>
              <a:rect l="l" t="t" r="r" b="b"/>
              <a:pathLst>
                <a:path w="812800" h="363201">
                  <a:moveTo>
                    <a:pt x="0" y="0"/>
                  </a:moveTo>
                  <a:lnTo>
                    <a:pt x="812800" y="0"/>
                  </a:lnTo>
                  <a:lnTo>
                    <a:pt x="812800" y="363201"/>
                  </a:lnTo>
                  <a:lnTo>
                    <a:pt x="0" y="363201"/>
                  </a:lnTo>
                  <a:close/>
                </a:path>
              </a:pathLst>
            </a:custGeom>
            <a:solidFill>
              <a:srgbClr val="0B1A26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-57150"/>
              <a:ext cx="812800" cy="42035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20"/>
                </a:lnSpc>
              </a:pPr>
              <a:endParaRPr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421409" y="3581651"/>
            <a:ext cx="4359465" cy="1948032"/>
            <a:chOff x="0" y="0"/>
            <a:chExt cx="812800" cy="363201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12800" cy="363201"/>
            </a:xfrm>
            <a:custGeom>
              <a:avLst/>
              <a:gdLst/>
              <a:ahLst/>
              <a:cxnLst/>
              <a:rect l="l" t="t" r="r" b="b"/>
              <a:pathLst>
                <a:path w="812800" h="363201">
                  <a:moveTo>
                    <a:pt x="0" y="0"/>
                  </a:moveTo>
                  <a:lnTo>
                    <a:pt x="812800" y="0"/>
                  </a:lnTo>
                  <a:lnTo>
                    <a:pt x="812800" y="363201"/>
                  </a:lnTo>
                  <a:lnTo>
                    <a:pt x="0" y="363201"/>
                  </a:lnTo>
                  <a:close/>
                </a:path>
              </a:pathLst>
            </a:custGeom>
            <a:solidFill>
              <a:srgbClr val="FFBC00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0" y="-57150"/>
              <a:ext cx="812800" cy="42035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20"/>
                </a:lnSpc>
              </a:pPr>
              <a:endParaRPr/>
            </a:p>
          </p:txBody>
        </p:sp>
      </p:grpSp>
      <p:sp>
        <p:nvSpPr>
          <p:cNvPr id="13" name="Freeform 13"/>
          <p:cNvSpPr/>
          <p:nvPr/>
        </p:nvSpPr>
        <p:spPr>
          <a:xfrm flipV="1">
            <a:off x="0" y="-1315418"/>
            <a:ext cx="20044460" cy="2630835"/>
          </a:xfrm>
          <a:custGeom>
            <a:avLst/>
            <a:gdLst/>
            <a:ahLst/>
            <a:cxnLst/>
            <a:rect l="l" t="t" r="r" b="b"/>
            <a:pathLst>
              <a:path w="20044460" h="2630835">
                <a:moveTo>
                  <a:pt x="0" y="2630836"/>
                </a:moveTo>
                <a:lnTo>
                  <a:pt x="20044460" y="2630836"/>
                </a:lnTo>
                <a:lnTo>
                  <a:pt x="20044460" y="0"/>
                </a:lnTo>
                <a:lnTo>
                  <a:pt x="0" y="0"/>
                </a:lnTo>
                <a:lnTo>
                  <a:pt x="0" y="2630836"/>
                </a:lnTo>
                <a:close/>
              </a:path>
            </a:pathLst>
          </a:custGeom>
          <a:blipFill>
            <a:blip>
              <a:alphaModFix amt="9999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14" name="Freeform 14"/>
          <p:cNvSpPr/>
          <p:nvPr/>
        </p:nvSpPr>
        <p:spPr>
          <a:xfrm>
            <a:off x="11352291" y="1183752"/>
            <a:ext cx="6935709" cy="10106680"/>
          </a:xfrm>
          <a:custGeom>
            <a:avLst/>
            <a:gdLst/>
            <a:ahLst/>
            <a:cxnLst/>
            <a:rect l="l" t="t" r="r" b="b"/>
            <a:pathLst>
              <a:path w="6935709" h="10106680">
                <a:moveTo>
                  <a:pt x="0" y="0"/>
                </a:moveTo>
                <a:lnTo>
                  <a:pt x="6935709" y="0"/>
                </a:lnTo>
                <a:lnTo>
                  <a:pt x="6935709" y="10106680"/>
                </a:lnTo>
                <a:lnTo>
                  <a:pt x="0" y="101066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15" name="Freeform 15"/>
          <p:cNvSpPr/>
          <p:nvPr/>
        </p:nvSpPr>
        <p:spPr>
          <a:xfrm>
            <a:off x="14365028" y="6823550"/>
            <a:ext cx="4448189" cy="722831"/>
          </a:xfrm>
          <a:custGeom>
            <a:avLst/>
            <a:gdLst/>
            <a:ahLst/>
            <a:cxnLst/>
            <a:rect l="l" t="t" r="r" b="b"/>
            <a:pathLst>
              <a:path w="4448189" h="722831">
                <a:moveTo>
                  <a:pt x="0" y="0"/>
                </a:moveTo>
                <a:lnTo>
                  <a:pt x="4448189" y="0"/>
                </a:lnTo>
                <a:lnTo>
                  <a:pt x="4448189" y="722831"/>
                </a:lnTo>
                <a:lnTo>
                  <a:pt x="0" y="72283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grpSp>
        <p:nvGrpSpPr>
          <p:cNvPr id="16" name="Group 16"/>
          <p:cNvGrpSpPr/>
          <p:nvPr/>
        </p:nvGrpSpPr>
        <p:grpSpPr>
          <a:xfrm>
            <a:off x="12188225" y="-683343"/>
            <a:ext cx="8801797" cy="7564044"/>
            <a:chOff x="0" y="0"/>
            <a:chExt cx="812800" cy="69850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812800" cy="698500"/>
            </a:xfrm>
            <a:custGeom>
              <a:avLst/>
              <a:gdLst/>
              <a:ahLst/>
              <a:cxnLst/>
              <a:rect l="l" t="t" r="r" b="b"/>
              <a:pathLst>
                <a:path w="812800" h="698500">
                  <a:moveTo>
                    <a:pt x="812800" y="349250"/>
                  </a:moveTo>
                  <a:lnTo>
                    <a:pt x="609600" y="698500"/>
                  </a:lnTo>
                  <a:lnTo>
                    <a:pt x="203200" y="698500"/>
                  </a:lnTo>
                  <a:lnTo>
                    <a:pt x="0" y="349250"/>
                  </a:lnTo>
                  <a:lnTo>
                    <a:pt x="203200" y="0"/>
                  </a:lnTo>
                  <a:lnTo>
                    <a:pt x="609600" y="0"/>
                  </a:lnTo>
                  <a:lnTo>
                    <a:pt x="812800" y="349250"/>
                  </a:lnTo>
                  <a:close/>
                </a:path>
              </a:pathLst>
            </a:custGeom>
            <a:solidFill>
              <a:srgbClr val="FFBC00"/>
            </a:solidFill>
          </p:spPr>
        </p:sp>
        <p:sp>
          <p:nvSpPr>
            <p:cNvPr id="18" name="TextBox 18"/>
            <p:cNvSpPr txBox="1"/>
            <p:nvPr/>
          </p:nvSpPr>
          <p:spPr>
            <a:xfrm>
              <a:off x="114300" y="-57150"/>
              <a:ext cx="584200" cy="7556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12710048" y="-234902"/>
            <a:ext cx="7758150" cy="6667161"/>
            <a:chOff x="0" y="0"/>
            <a:chExt cx="812800" cy="69850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812800" cy="698500"/>
            </a:xfrm>
            <a:custGeom>
              <a:avLst/>
              <a:gdLst/>
              <a:ahLst/>
              <a:cxnLst/>
              <a:rect l="l" t="t" r="r" b="b"/>
              <a:pathLst>
                <a:path w="812800" h="698500">
                  <a:moveTo>
                    <a:pt x="812800" y="349250"/>
                  </a:moveTo>
                  <a:lnTo>
                    <a:pt x="609600" y="698500"/>
                  </a:lnTo>
                  <a:lnTo>
                    <a:pt x="203200" y="698500"/>
                  </a:lnTo>
                  <a:lnTo>
                    <a:pt x="0" y="349250"/>
                  </a:lnTo>
                  <a:lnTo>
                    <a:pt x="203200" y="0"/>
                  </a:lnTo>
                  <a:lnTo>
                    <a:pt x="609600" y="0"/>
                  </a:lnTo>
                  <a:lnTo>
                    <a:pt x="812800" y="349250"/>
                  </a:lnTo>
                  <a:close/>
                </a:path>
              </a:pathLst>
            </a:custGeom>
            <a:blipFill>
              <a:blip r:embed="rId6"/>
              <a:stretch>
                <a:fillRect l="-28745"/>
              </a:stretch>
            </a:blipFill>
          </p:spPr>
        </p:sp>
      </p:grpSp>
      <p:grpSp>
        <p:nvGrpSpPr>
          <p:cNvPr id="21" name="Group 21"/>
          <p:cNvGrpSpPr/>
          <p:nvPr/>
        </p:nvGrpSpPr>
        <p:grpSpPr>
          <a:xfrm>
            <a:off x="0" y="9930289"/>
            <a:ext cx="18288000" cy="356711"/>
            <a:chOff x="0" y="0"/>
            <a:chExt cx="4816593" cy="93949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4816592" cy="93949"/>
            </a:xfrm>
            <a:custGeom>
              <a:avLst/>
              <a:gdLst/>
              <a:ahLst/>
              <a:cxnLst/>
              <a:rect l="l" t="t" r="r" b="b"/>
              <a:pathLst>
                <a:path w="4816592" h="93949">
                  <a:moveTo>
                    <a:pt x="0" y="0"/>
                  </a:moveTo>
                  <a:lnTo>
                    <a:pt x="4816592" y="0"/>
                  </a:lnTo>
                  <a:lnTo>
                    <a:pt x="4816592" y="93949"/>
                  </a:lnTo>
                  <a:lnTo>
                    <a:pt x="0" y="93949"/>
                  </a:lnTo>
                  <a:close/>
                </a:path>
              </a:pathLst>
            </a:custGeom>
            <a:solidFill>
              <a:srgbClr val="FFBC00"/>
            </a:solidFill>
          </p:spPr>
        </p:sp>
        <p:sp>
          <p:nvSpPr>
            <p:cNvPr id="23" name="TextBox 23"/>
            <p:cNvSpPr txBox="1"/>
            <p:nvPr/>
          </p:nvSpPr>
          <p:spPr>
            <a:xfrm>
              <a:off x="0" y="-57150"/>
              <a:ext cx="4816593" cy="15109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1580119" y="6218939"/>
            <a:ext cx="4359465" cy="1948032"/>
            <a:chOff x="0" y="0"/>
            <a:chExt cx="812800" cy="363201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812800" cy="363201"/>
            </a:xfrm>
            <a:custGeom>
              <a:avLst/>
              <a:gdLst/>
              <a:ahLst/>
              <a:cxnLst/>
              <a:rect l="l" t="t" r="r" b="b"/>
              <a:pathLst>
                <a:path w="812800" h="363201">
                  <a:moveTo>
                    <a:pt x="0" y="0"/>
                  </a:moveTo>
                  <a:lnTo>
                    <a:pt x="812800" y="0"/>
                  </a:lnTo>
                  <a:lnTo>
                    <a:pt x="812800" y="363201"/>
                  </a:lnTo>
                  <a:lnTo>
                    <a:pt x="0" y="363201"/>
                  </a:lnTo>
                  <a:close/>
                </a:path>
              </a:pathLst>
            </a:custGeom>
            <a:solidFill>
              <a:srgbClr val="0B1A26"/>
            </a:solidFill>
          </p:spPr>
        </p:sp>
        <p:sp>
          <p:nvSpPr>
            <p:cNvPr id="26" name="TextBox 26"/>
            <p:cNvSpPr txBox="1"/>
            <p:nvPr/>
          </p:nvSpPr>
          <p:spPr>
            <a:xfrm>
              <a:off x="0" y="-57150"/>
              <a:ext cx="812800" cy="42035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20"/>
                </a:lnSpc>
              </a:pPr>
              <a:endParaRPr/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1421409" y="6034829"/>
            <a:ext cx="4359465" cy="1948032"/>
            <a:chOff x="0" y="0"/>
            <a:chExt cx="812800" cy="363201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812800" cy="363201"/>
            </a:xfrm>
            <a:custGeom>
              <a:avLst/>
              <a:gdLst/>
              <a:ahLst/>
              <a:cxnLst/>
              <a:rect l="l" t="t" r="r" b="b"/>
              <a:pathLst>
                <a:path w="812800" h="363201">
                  <a:moveTo>
                    <a:pt x="0" y="0"/>
                  </a:moveTo>
                  <a:lnTo>
                    <a:pt x="812800" y="0"/>
                  </a:lnTo>
                  <a:lnTo>
                    <a:pt x="812800" y="363201"/>
                  </a:lnTo>
                  <a:lnTo>
                    <a:pt x="0" y="363201"/>
                  </a:lnTo>
                  <a:close/>
                </a:path>
              </a:pathLst>
            </a:custGeom>
            <a:solidFill>
              <a:srgbClr val="FFBC00"/>
            </a:solidFill>
          </p:spPr>
        </p:sp>
        <p:sp>
          <p:nvSpPr>
            <p:cNvPr id="29" name="TextBox 29"/>
            <p:cNvSpPr txBox="1"/>
            <p:nvPr/>
          </p:nvSpPr>
          <p:spPr>
            <a:xfrm>
              <a:off x="0" y="-57150"/>
              <a:ext cx="812800" cy="42035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20"/>
                </a:lnSpc>
              </a:pPr>
              <a:endParaRPr/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6537504" y="6034829"/>
            <a:ext cx="4359465" cy="1948032"/>
            <a:chOff x="0" y="0"/>
            <a:chExt cx="812800" cy="363201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812800" cy="363201"/>
            </a:xfrm>
            <a:custGeom>
              <a:avLst/>
              <a:gdLst/>
              <a:ahLst/>
              <a:cxnLst/>
              <a:rect l="l" t="t" r="r" b="b"/>
              <a:pathLst>
                <a:path w="812800" h="363201">
                  <a:moveTo>
                    <a:pt x="0" y="0"/>
                  </a:moveTo>
                  <a:lnTo>
                    <a:pt x="812800" y="0"/>
                  </a:lnTo>
                  <a:lnTo>
                    <a:pt x="812800" y="363201"/>
                  </a:lnTo>
                  <a:lnTo>
                    <a:pt x="0" y="363201"/>
                  </a:lnTo>
                  <a:close/>
                </a:path>
              </a:pathLst>
            </a:custGeom>
            <a:solidFill>
              <a:srgbClr val="FFBC00"/>
            </a:solidFill>
          </p:spPr>
        </p:sp>
        <p:sp>
          <p:nvSpPr>
            <p:cNvPr id="32" name="TextBox 32"/>
            <p:cNvSpPr txBox="1"/>
            <p:nvPr/>
          </p:nvSpPr>
          <p:spPr>
            <a:xfrm>
              <a:off x="0" y="-57150"/>
              <a:ext cx="812800" cy="42035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20"/>
                </a:lnSpc>
              </a:pPr>
              <a:endParaRPr/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6743839" y="3762416"/>
            <a:ext cx="4359465" cy="1948032"/>
            <a:chOff x="0" y="0"/>
            <a:chExt cx="812800" cy="363201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812800" cy="363201"/>
            </a:xfrm>
            <a:custGeom>
              <a:avLst/>
              <a:gdLst/>
              <a:ahLst/>
              <a:cxnLst/>
              <a:rect l="l" t="t" r="r" b="b"/>
              <a:pathLst>
                <a:path w="812800" h="363201">
                  <a:moveTo>
                    <a:pt x="0" y="0"/>
                  </a:moveTo>
                  <a:lnTo>
                    <a:pt x="812800" y="0"/>
                  </a:lnTo>
                  <a:lnTo>
                    <a:pt x="812800" y="363201"/>
                  </a:lnTo>
                  <a:lnTo>
                    <a:pt x="0" y="363201"/>
                  </a:lnTo>
                  <a:close/>
                </a:path>
              </a:pathLst>
            </a:custGeom>
            <a:solidFill>
              <a:srgbClr val="0B1A26"/>
            </a:solidFill>
          </p:spPr>
        </p:sp>
        <p:sp>
          <p:nvSpPr>
            <p:cNvPr id="35" name="TextBox 35"/>
            <p:cNvSpPr txBox="1"/>
            <p:nvPr/>
          </p:nvSpPr>
          <p:spPr>
            <a:xfrm>
              <a:off x="0" y="-57150"/>
              <a:ext cx="812800" cy="42035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20"/>
                </a:lnSpc>
              </a:pPr>
              <a:endParaRPr/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6537504" y="3581651"/>
            <a:ext cx="4359465" cy="1948032"/>
            <a:chOff x="0" y="0"/>
            <a:chExt cx="812800" cy="363201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812800" cy="363201"/>
            </a:xfrm>
            <a:custGeom>
              <a:avLst/>
              <a:gdLst/>
              <a:ahLst/>
              <a:cxnLst/>
              <a:rect l="l" t="t" r="r" b="b"/>
              <a:pathLst>
                <a:path w="812800" h="363201">
                  <a:moveTo>
                    <a:pt x="0" y="0"/>
                  </a:moveTo>
                  <a:lnTo>
                    <a:pt x="812800" y="0"/>
                  </a:lnTo>
                  <a:lnTo>
                    <a:pt x="812800" y="363201"/>
                  </a:lnTo>
                  <a:lnTo>
                    <a:pt x="0" y="363201"/>
                  </a:lnTo>
                  <a:close/>
                </a:path>
              </a:pathLst>
            </a:custGeom>
            <a:solidFill>
              <a:srgbClr val="FFBC00"/>
            </a:solidFill>
          </p:spPr>
        </p:sp>
        <p:sp>
          <p:nvSpPr>
            <p:cNvPr id="38" name="TextBox 38"/>
            <p:cNvSpPr txBox="1"/>
            <p:nvPr/>
          </p:nvSpPr>
          <p:spPr>
            <a:xfrm>
              <a:off x="0" y="-57150"/>
              <a:ext cx="812800" cy="42035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20"/>
                </a:lnSpc>
              </a:pPr>
              <a:endParaRPr/>
            </a:p>
          </p:txBody>
        </p:sp>
      </p:grpSp>
      <p:sp>
        <p:nvSpPr>
          <p:cNvPr id="39" name="TextBox 39"/>
          <p:cNvSpPr txBox="1"/>
          <p:nvPr/>
        </p:nvSpPr>
        <p:spPr>
          <a:xfrm>
            <a:off x="811390" y="1322955"/>
            <a:ext cx="11018069" cy="15157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395"/>
              </a:lnSpc>
              <a:spcBef>
                <a:spcPct val="0"/>
              </a:spcBef>
            </a:pPr>
            <a:r>
              <a:rPr lang="en-US" sz="8853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SYSTEM FEATURES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1627744" y="3745074"/>
            <a:ext cx="3946796" cy="15449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093"/>
              </a:lnSpc>
              <a:spcBef>
                <a:spcPct val="0"/>
              </a:spcBef>
            </a:pPr>
            <a:r>
              <a:rPr lang="en-US" sz="2923" b="1" spc="-58">
                <a:solidFill>
                  <a:srgbClr val="000000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Digital ticketing system for assigning queue numbers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6743839" y="3745074"/>
            <a:ext cx="3946796" cy="15449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093"/>
              </a:lnSpc>
              <a:spcBef>
                <a:spcPct val="0"/>
              </a:spcBef>
            </a:pPr>
            <a:r>
              <a:rPr lang="en-US" sz="2923" b="1" spc="-58">
                <a:solidFill>
                  <a:srgbClr val="000000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First-In, First-Out (FIFO) logic to ensure fair service order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1627744" y="6160892"/>
            <a:ext cx="3946796" cy="15449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093"/>
              </a:lnSpc>
              <a:spcBef>
                <a:spcPct val="0"/>
              </a:spcBef>
            </a:pPr>
            <a:r>
              <a:rPr lang="en-US" sz="2923" b="1" spc="-58">
                <a:solidFill>
                  <a:srgbClr val="000000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Real-time display of the current number being served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6743839" y="6198252"/>
            <a:ext cx="3946796" cy="15449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093"/>
              </a:lnSpc>
              <a:spcBef>
                <a:spcPct val="0"/>
              </a:spcBef>
            </a:pPr>
            <a:r>
              <a:rPr lang="en-US" sz="2923" b="1" spc="-58">
                <a:solidFill>
                  <a:srgbClr val="000000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Admin controls to call, skip, or reset queue numbers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29412" b="-29412"/>
            </a:stretch>
          </a:blipFill>
        </p:spPr>
      </p:sp>
      <p:sp>
        <p:nvSpPr>
          <p:cNvPr id="3" name="Freeform 3"/>
          <p:cNvSpPr/>
          <p:nvPr/>
        </p:nvSpPr>
        <p:spPr>
          <a:xfrm flipV="1">
            <a:off x="0" y="-1315418"/>
            <a:ext cx="20044460" cy="2630835"/>
          </a:xfrm>
          <a:custGeom>
            <a:avLst/>
            <a:gdLst/>
            <a:ahLst/>
            <a:cxnLst/>
            <a:rect l="l" t="t" r="r" b="b"/>
            <a:pathLst>
              <a:path w="20044460" h="2630835">
                <a:moveTo>
                  <a:pt x="0" y="2630836"/>
                </a:moveTo>
                <a:lnTo>
                  <a:pt x="20044460" y="2630836"/>
                </a:lnTo>
                <a:lnTo>
                  <a:pt x="20044460" y="0"/>
                </a:lnTo>
                <a:lnTo>
                  <a:pt x="0" y="0"/>
                </a:lnTo>
                <a:lnTo>
                  <a:pt x="0" y="2630836"/>
                </a:lnTo>
                <a:close/>
              </a:path>
            </a:pathLst>
          </a:custGeom>
          <a:blipFill>
            <a:blip>
              <a:alphaModFix amt="9999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rot="-5400000">
            <a:off x="13505761" y="-2160696"/>
            <a:ext cx="3892438" cy="5672041"/>
          </a:xfrm>
          <a:custGeom>
            <a:avLst/>
            <a:gdLst/>
            <a:ahLst/>
            <a:cxnLst/>
            <a:rect l="l" t="t" r="r" b="b"/>
            <a:pathLst>
              <a:path w="3892438" h="5672041">
                <a:moveTo>
                  <a:pt x="0" y="0"/>
                </a:moveTo>
                <a:lnTo>
                  <a:pt x="3892438" y="0"/>
                </a:lnTo>
                <a:lnTo>
                  <a:pt x="3892438" y="5672040"/>
                </a:lnTo>
                <a:lnTo>
                  <a:pt x="0" y="567204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rot="-5400000" flipV="1">
            <a:off x="889801" y="-2160696"/>
            <a:ext cx="3892438" cy="5672041"/>
          </a:xfrm>
          <a:custGeom>
            <a:avLst/>
            <a:gdLst/>
            <a:ahLst/>
            <a:cxnLst/>
            <a:rect l="l" t="t" r="r" b="b"/>
            <a:pathLst>
              <a:path w="3892438" h="5672041">
                <a:moveTo>
                  <a:pt x="0" y="5672040"/>
                </a:moveTo>
                <a:lnTo>
                  <a:pt x="3892438" y="5672040"/>
                </a:lnTo>
                <a:lnTo>
                  <a:pt x="3892438" y="0"/>
                </a:lnTo>
                <a:lnTo>
                  <a:pt x="0" y="0"/>
                </a:lnTo>
                <a:lnTo>
                  <a:pt x="0" y="567204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-1756460" y="8867605"/>
            <a:ext cx="20044460" cy="2630835"/>
          </a:xfrm>
          <a:custGeom>
            <a:avLst/>
            <a:gdLst/>
            <a:ahLst/>
            <a:cxnLst/>
            <a:rect l="l" t="t" r="r" b="b"/>
            <a:pathLst>
              <a:path w="20044460" h="2630835">
                <a:moveTo>
                  <a:pt x="0" y="0"/>
                </a:moveTo>
                <a:lnTo>
                  <a:pt x="20044460" y="0"/>
                </a:lnTo>
                <a:lnTo>
                  <a:pt x="20044460" y="2630836"/>
                </a:lnTo>
                <a:lnTo>
                  <a:pt x="0" y="263083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9999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7" name="Group 7"/>
          <p:cNvGrpSpPr/>
          <p:nvPr/>
        </p:nvGrpSpPr>
        <p:grpSpPr>
          <a:xfrm>
            <a:off x="0" y="9930289"/>
            <a:ext cx="18288000" cy="356711"/>
            <a:chOff x="0" y="0"/>
            <a:chExt cx="4816593" cy="93949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4816592" cy="93949"/>
            </a:xfrm>
            <a:custGeom>
              <a:avLst/>
              <a:gdLst/>
              <a:ahLst/>
              <a:cxnLst/>
              <a:rect l="l" t="t" r="r" b="b"/>
              <a:pathLst>
                <a:path w="4816592" h="93949">
                  <a:moveTo>
                    <a:pt x="0" y="0"/>
                  </a:moveTo>
                  <a:lnTo>
                    <a:pt x="4816592" y="0"/>
                  </a:lnTo>
                  <a:lnTo>
                    <a:pt x="4816592" y="93949"/>
                  </a:lnTo>
                  <a:lnTo>
                    <a:pt x="0" y="93949"/>
                  </a:lnTo>
                  <a:close/>
                </a:path>
              </a:pathLst>
            </a:custGeom>
            <a:solidFill>
              <a:srgbClr val="FFBC00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-57150"/>
              <a:ext cx="4816593" cy="15109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028700" y="876300"/>
            <a:ext cx="15730940" cy="13434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004"/>
              </a:lnSpc>
              <a:spcBef>
                <a:spcPct val="0"/>
              </a:spcBef>
            </a:pPr>
            <a:r>
              <a:rPr lang="en-US" sz="7859">
                <a:solidFill>
                  <a:srgbClr val="FFBC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CONCLUSION</a:t>
            </a:r>
          </a:p>
        </p:txBody>
      </p:sp>
      <p:sp>
        <p:nvSpPr>
          <p:cNvPr id="11" name="Freeform 11"/>
          <p:cNvSpPr/>
          <p:nvPr/>
        </p:nvSpPr>
        <p:spPr>
          <a:xfrm rot="5400000">
            <a:off x="889801" y="6422280"/>
            <a:ext cx="3892438" cy="5672041"/>
          </a:xfrm>
          <a:custGeom>
            <a:avLst/>
            <a:gdLst/>
            <a:ahLst/>
            <a:cxnLst/>
            <a:rect l="l" t="t" r="r" b="b"/>
            <a:pathLst>
              <a:path w="3892438" h="5672041">
                <a:moveTo>
                  <a:pt x="0" y="0"/>
                </a:moveTo>
                <a:lnTo>
                  <a:pt x="3892438" y="0"/>
                </a:lnTo>
                <a:lnTo>
                  <a:pt x="3892438" y="5672040"/>
                </a:lnTo>
                <a:lnTo>
                  <a:pt x="0" y="567204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 rot="5400000" flipV="1">
            <a:off x="13505761" y="6422280"/>
            <a:ext cx="3892438" cy="5672041"/>
          </a:xfrm>
          <a:custGeom>
            <a:avLst/>
            <a:gdLst/>
            <a:ahLst/>
            <a:cxnLst/>
            <a:rect l="l" t="t" r="r" b="b"/>
            <a:pathLst>
              <a:path w="3892438" h="5672041">
                <a:moveTo>
                  <a:pt x="0" y="5672040"/>
                </a:moveTo>
                <a:lnTo>
                  <a:pt x="3892438" y="5672040"/>
                </a:lnTo>
                <a:lnTo>
                  <a:pt x="3892438" y="0"/>
                </a:lnTo>
                <a:lnTo>
                  <a:pt x="0" y="0"/>
                </a:lnTo>
                <a:lnTo>
                  <a:pt x="0" y="567204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13" name="TextBox 13"/>
          <p:cNvSpPr txBox="1"/>
          <p:nvPr/>
        </p:nvSpPr>
        <p:spPr>
          <a:xfrm>
            <a:off x="729592" y="2453186"/>
            <a:ext cx="16828815" cy="54517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159"/>
              </a:lnSpc>
              <a:spcBef>
                <a:spcPct val="0"/>
              </a:spcBef>
            </a:pPr>
            <a:r>
              <a:rPr lang="en-US" sz="5114" b="1">
                <a:solidFill>
                  <a:srgbClr val="FFFFFF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The FIFO Queue Management System offers a straightforward and effective solution to improve fairness and order in queue management. It enhances the overall experience for clients and staff, with potential for future enhancements and integrations.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53562" b="-53562"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3222628" y="2252253"/>
            <a:ext cx="11842744" cy="27490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592"/>
              </a:lnSpc>
              <a:spcBef>
                <a:spcPct val="0"/>
              </a:spcBef>
            </a:pPr>
            <a:r>
              <a:rPr lang="en-US" sz="16137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THANK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3311099" y="4397098"/>
            <a:ext cx="11665802" cy="29149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860"/>
              </a:lnSpc>
              <a:spcBef>
                <a:spcPct val="0"/>
              </a:spcBef>
            </a:pPr>
            <a:r>
              <a:rPr lang="en-US" sz="17042">
                <a:solidFill>
                  <a:srgbClr val="FFBC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YOU</a:t>
            </a:r>
          </a:p>
        </p:txBody>
      </p:sp>
      <p:sp>
        <p:nvSpPr>
          <p:cNvPr id="5" name="Freeform 5"/>
          <p:cNvSpPr/>
          <p:nvPr/>
        </p:nvSpPr>
        <p:spPr>
          <a:xfrm flipV="1">
            <a:off x="0" y="-1315418"/>
            <a:ext cx="20044460" cy="2630835"/>
          </a:xfrm>
          <a:custGeom>
            <a:avLst/>
            <a:gdLst/>
            <a:ahLst/>
            <a:cxnLst/>
            <a:rect l="l" t="t" r="r" b="b"/>
            <a:pathLst>
              <a:path w="20044460" h="2630835">
                <a:moveTo>
                  <a:pt x="0" y="2630836"/>
                </a:moveTo>
                <a:lnTo>
                  <a:pt x="20044460" y="2630836"/>
                </a:lnTo>
                <a:lnTo>
                  <a:pt x="20044460" y="0"/>
                </a:lnTo>
                <a:lnTo>
                  <a:pt x="0" y="0"/>
                </a:lnTo>
                <a:lnTo>
                  <a:pt x="0" y="2630836"/>
                </a:lnTo>
                <a:close/>
              </a:path>
            </a:pathLst>
          </a:custGeom>
          <a:blipFill>
            <a:blip>
              <a:alphaModFix amt="9999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 rot="-5400000">
            <a:off x="13505761" y="-2160696"/>
            <a:ext cx="3892438" cy="5672041"/>
          </a:xfrm>
          <a:custGeom>
            <a:avLst/>
            <a:gdLst/>
            <a:ahLst/>
            <a:cxnLst/>
            <a:rect l="l" t="t" r="r" b="b"/>
            <a:pathLst>
              <a:path w="3892438" h="5672041">
                <a:moveTo>
                  <a:pt x="0" y="0"/>
                </a:moveTo>
                <a:lnTo>
                  <a:pt x="3892438" y="0"/>
                </a:lnTo>
                <a:lnTo>
                  <a:pt x="3892438" y="5672040"/>
                </a:lnTo>
                <a:lnTo>
                  <a:pt x="0" y="567204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 rot="-5400000" flipV="1">
            <a:off x="889801" y="-2160696"/>
            <a:ext cx="3892438" cy="5672041"/>
          </a:xfrm>
          <a:custGeom>
            <a:avLst/>
            <a:gdLst/>
            <a:ahLst/>
            <a:cxnLst/>
            <a:rect l="l" t="t" r="r" b="b"/>
            <a:pathLst>
              <a:path w="3892438" h="5672041">
                <a:moveTo>
                  <a:pt x="0" y="5672040"/>
                </a:moveTo>
                <a:lnTo>
                  <a:pt x="3892438" y="5672040"/>
                </a:lnTo>
                <a:lnTo>
                  <a:pt x="3892438" y="0"/>
                </a:lnTo>
                <a:lnTo>
                  <a:pt x="0" y="0"/>
                </a:lnTo>
                <a:lnTo>
                  <a:pt x="0" y="567204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-1756460" y="8867605"/>
            <a:ext cx="20044460" cy="2630835"/>
          </a:xfrm>
          <a:custGeom>
            <a:avLst/>
            <a:gdLst/>
            <a:ahLst/>
            <a:cxnLst/>
            <a:rect l="l" t="t" r="r" b="b"/>
            <a:pathLst>
              <a:path w="20044460" h="2630835">
                <a:moveTo>
                  <a:pt x="0" y="0"/>
                </a:moveTo>
                <a:lnTo>
                  <a:pt x="20044460" y="0"/>
                </a:lnTo>
                <a:lnTo>
                  <a:pt x="20044460" y="2630836"/>
                </a:lnTo>
                <a:lnTo>
                  <a:pt x="0" y="263083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9999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9" name="Group 9"/>
          <p:cNvGrpSpPr/>
          <p:nvPr/>
        </p:nvGrpSpPr>
        <p:grpSpPr>
          <a:xfrm>
            <a:off x="0" y="9930289"/>
            <a:ext cx="18288000" cy="356711"/>
            <a:chOff x="0" y="0"/>
            <a:chExt cx="4816593" cy="93949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4816592" cy="93949"/>
            </a:xfrm>
            <a:custGeom>
              <a:avLst/>
              <a:gdLst/>
              <a:ahLst/>
              <a:cxnLst/>
              <a:rect l="l" t="t" r="r" b="b"/>
              <a:pathLst>
                <a:path w="4816592" h="93949">
                  <a:moveTo>
                    <a:pt x="0" y="0"/>
                  </a:moveTo>
                  <a:lnTo>
                    <a:pt x="4816592" y="0"/>
                  </a:lnTo>
                  <a:lnTo>
                    <a:pt x="4816592" y="93949"/>
                  </a:lnTo>
                  <a:lnTo>
                    <a:pt x="0" y="93949"/>
                  </a:lnTo>
                  <a:close/>
                </a:path>
              </a:pathLst>
            </a:custGeom>
            <a:solidFill>
              <a:srgbClr val="FFBC00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0" y="-57150"/>
              <a:ext cx="4816593" cy="15109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2" name="Freeform 12"/>
          <p:cNvSpPr/>
          <p:nvPr/>
        </p:nvSpPr>
        <p:spPr>
          <a:xfrm rot="5400000">
            <a:off x="889801" y="6422280"/>
            <a:ext cx="3892438" cy="5672041"/>
          </a:xfrm>
          <a:custGeom>
            <a:avLst/>
            <a:gdLst/>
            <a:ahLst/>
            <a:cxnLst/>
            <a:rect l="l" t="t" r="r" b="b"/>
            <a:pathLst>
              <a:path w="3892438" h="5672041">
                <a:moveTo>
                  <a:pt x="0" y="0"/>
                </a:moveTo>
                <a:lnTo>
                  <a:pt x="3892438" y="0"/>
                </a:lnTo>
                <a:lnTo>
                  <a:pt x="3892438" y="5672040"/>
                </a:lnTo>
                <a:lnTo>
                  <a:pt x="0" y="567204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 rot="5400000" flipV="1">
            <a:off x="13505761" y="6422280"/>
            <a:ext cx="3892438" cy="5672041"/>
          </a:xfrm>
          <a:custGeom>
            <a:avLst/>
            <a:gdLst/>
            <a:ahLst/>
            <a:cxnLst/>
            <a:rect l="l" t="t" r="r" b="b"/>
            <a:pathLst>
              <a:path w="3892438" h="5672041">
                <a:moveTo>
                  <a:pt x="0" y="5672040"/>
                </a:moveTo>
                <a:lnTo>
                  <a:pt x="3892438" y="5672040"/>
                </a:lnTo>
                <a:lnTo>
                  <a:pt x="3892438" y="0"/>
                </a:lnTo>
                <a:lnTo>
                  <a:pt x="0" y="0"/>
                </a:lnTo>
                <a:lnTo>
                  <a:pt x="0" y="567204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14" name="TextBox 14"/>
          <p:cNvSpPr txBox="1"/>
          <p:nvPr/>
        </p:nvSpPr>
        <p:spPr>
          <a:xfrm>
            <a:off x="5016387" y="7929275"/>
            <a:ext cx="8255227" cy="553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64"/>
              </a:lnSpc>
              <a:spcBef>
                <a:spcPct val="0"/>
              </a:spcBef>
            </a:pPr>
            <a:r>
              <a:rPr lang="en-US" sz="3046" spc="-6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www.reallygreatsite.com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238</TotalTime>
  <Words>215</Words>
  <Application>Microsoft Office PowerPoint</Application>
  <PresentationFormat>Custom</PresentationFormat>
  <Paragraphs>21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4" baseType="lpstr">
      <vt:lpstr>Poppins Medium</vt:lpstr>
      <vt:lpstr>Arial</vt:lpstr>
      <vt:lpstr>League Spartan</vt:lpstr>
      <vt:lpstr>Poppins</vt:lpstr>
      <vt:lpstr>Poppins Semi-Bold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System Development PPT G6</dc:title>
  <cp:lastModifiedBy>Reynald Jake Malabanan</cp:lastModifiedBy>
  <cp:revision>2</cp:revision>
  <dcterms:created xsi:type="dcterms:W3CDTF">2006-08-16T00:00:00Z</dcterms:created>
  <dcterms:modified xsi:type="dcterms:W3CDTF">2026-06-03T11:08:49Z</dcterms:modified>
  <dc:identifier>DAGpTDpZjT0</dc:identifier>
</cp:coreProperties>
</file>