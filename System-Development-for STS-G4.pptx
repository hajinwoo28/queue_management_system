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League Spartan" charset="1" panose="00000800000000000000"/>
      <p:regular r:id="rId13"/>
    </p:embeddedFont>
    <p:embeddedFont>
      <p:font typeface="Poppins Semi-Bold" charset="1" panose="00000700000000000000"/>
      <p:regular r:id="rId14"/>
    </p:embeddedFont>
    <p:embeddedFont>
      <p:font typeface="Poppins Medium" charset="1" panose="000006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8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12" t="0" r="0" b="-294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6460" y="8867605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6"/>
                </a:lnTo>
                <a:lnTo>
                  <a:pt x="0" y="2630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352291" y="-3270212"/>
            <a:ext cx="6935709" cy="10106680"/>
          </a:xfrm>
          <a:custGeom>
            <a:avLst/>
            <a:gdLst/>
            <a:ahLst/>
            <a:cxnLst/>
            <a:rect r="r" b="b" t="t" l="l"/>
            <a:pathLst>
              <a:path h="10106680" w="6935709">
                <a:moveTo>
                  <a:pt x="0" y="10106680"/>
                </a:moveTo>
                <a:lnTo>
                  <a:pt x="6935709" y="10106680"/>
                </a:lnTo>
                <a:lnTo>
                  <a:pt x="6935709" y="0"/>
                </a:lnTo>
                <a:lnTo>
                  <a:pt x="0" y="0"/>
                </a:lnTo>
                <a:lnTo>
                  <a:pt x="0" y="1010668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52291" y="3450532"/>
            <a:ext cx="6935709" cy="10106680"/>
          </a:xfrm>
          <a:custGeom>
            <a:avLst/>
            <a:gdLst/>
            <a:ahLst/>
            <a:cxnLst/>
            <a:rect r="r" b="b" t="t" l="l"/>
            <a:pathLst>
              <a:path h="10106680" w="6935709">
                <a:moveTo>
                  <a:pt x="0" y="0"/>
                </a:moveTo>
                <a:lnTo>
                  <a:pt x="6935709" y="0"/>
                </a:lnTo>
                <a:lnTo>
                  <a:pt x="6935709" y="10106680"/>
                </a:lnTo>
                <a:lnTo>
                  <a:pt x="0" y="101066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202147" y="8862843"/>
            <a:ext cx="4448189" cy="722831"/>
          </a:xfrm>
          <a:custGeom>
            <a:avLst/>
            <a:gdLst/>
            <a:ahLst/>
            <a:cxnLst/>
            <a:rect r="r" b="b" t="t" l="l"/>
            <a:pathLst>
              <a:path h="722831" w="4448189">
                <a:moveTo>
                  <a:pt x="0" y="0"/>
                </a:moveTo>
                <a:lnTo>
                  <a:pt x="4448189" y="0"/>
                </a:lnTo>
                <a:lnTo>
                  <a:pt x="4448189" y="722830"/>
                </a:lnTo>
                <a:lnTo>
                  <a:pt x="0" y="722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3202147" y="701327"/>
            <a:ext cx="4448189" cy="722831"/>
          </a:xfrm>
          <a:custGeom>
            <a:avLst/>
            <a:gdLst/>
            <a:ahLst/>
            <a:cxnLst/>
            <a:rect r="r" b="b" t="t" l="l"/>
            <a:pathLst>
              <a:path h="722831" w="4448189">
                <a:moveTo>
                  <a:pt x="0" y="0"/>
                </a:moveTo>
                <a:lnTo>
                  <a:pt x="4448189" y="0"/>
                </a:lnTo>
                <a:lnTo>
                  <a:pt x="4448189" y="722830"/>
                </a:lnTo>
                <a:lnTo>
                  <a:pt x="0" y="722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25343" y="1361478"/>
            <a:ext cx="8801797" cy="7564044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47166" y="1783128"/>
            <a:ext cx="7758150" cy="6667161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8"/>
              <a:stretch>
                <a:fillRect l="-28986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21409" y="8496130"/>
            <a:ext cx="8568916" cy="911580"/>
            <a:chOff x="0" y="0"/>
            <a:chExt cx="901875" cy="959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01875" cy="95943"/>
            </a:xfrm>
            <a:custGeom>
              <a:avLst/>
              <a:gdLst/>
              <a:ahLst/>
              <a:cxnLst/>
              <a:rect r="r" b="b" t="t" l="l"/>
              <a:pathLst>
                <a:path h="95943" w="901875">
                  <a:moveTo>
                    <a:pt x="0" y="0"/>
                  </a:moveTo>
                  <a:lnTo>
                    <a:pt x="901875" y="0"/>
                  </a:lnTo>
                  <a:lnTo>
                    <a:pt x="901875" y="95943"/>
                  </a:lnTo>
                  <a:lnTo>
                    <a:pt x="0" y="95943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901875" cy="1530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21409" y="2180161"/>
            <a:ext cx="9762695" cy="1547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67"/>
              </a:lnSpc>
              <a:spcBef>
                <a:spcPct val="0"/>
              </a:spcBef>
            </a:pPr>
            <a:r>
              <a:rPr lang="en-US" sz="904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FIFO: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1409" y="8632680"/>
            <a:ext cx="8568916" cy="625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45"/>
              </a:lnSpc>
              <a:spcBef>
                <a:spcPct val="0"/>
              </a:spcBef>
            </a:pPr>
            <a:r>
              <a:rPr lang="en-US" b="true" sz="3532" spc="-70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PRESENTATION BY GROUP 6 | BSCS 1A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1409" y="3660082"/>
            <a:ext cx="9603934" cy="4159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93"/>
              </a:lnSpc>
            </a:pPr>
            <a:r>
              <a:rPr lang="en-US" sz="9555">
                <a:solidFill>
                  <a:srgbClr val="FFBC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PGPC QUEUE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12" t="0" r="0" b="-294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6460" y="8867605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6"/>
                </a:lnTo>
                <a:lnTo>
                  <a:pt x="0" y="2630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040136"/>
            <a:ext cx="16230600" cy="5827469"/>
            <a:chOff x="0" y="0"/>
            <a:chExt cx="4394068" cy="1577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4067" cy="1577655"/>
            </a:xfrm>
            <a:custGeom>
              <a:avLst/>
              <a:gdLst/>
              <a:ahLst/>
              <a:cxnLst/>
              <a:rect r="r" b="b" t="t" l="l"/>
              <a:pathLst>
                <a:path h="1577655" w="4394067">
                  <a:moveTo>
                    <a:pt x="0" y="0"/>
                  </a:moveTo>
                  <a:lnTo>
                    <a:pt x="4394067" y="0"/>
                  </a:lnTo>
                  <a:lnTo>
                    <a:pt x="4394067" y="1577655"/>
                  </a:lnTo>
                  <a:lnTo>
                    <a:pt x="0" y="157765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394068" cy="1634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59185" y="3182347"/>
            <a:ext cx="15369631" cy="520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9"/>
              </a:lnSpc>
              <a:spcBef>
                <a:spcPct val="0"/>
              </a:spcBef>
            </a:pPr>
            <a:r>
              <a:rPr lang="en-US" b="true" sz="491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Many organizations face significant challenges in managing queues, often resulting in prolonged waiting times and disorganized lines. These issues contribute to frustration and inefficiency among both clients and staff members.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38991" y="1163018"/>
            <a:ext cx="10010019" cy="134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0"/>
              </a:lnSpc>
              <a:spcBef>
                <a:spcPct val="0"/>
              </a:spcBef>
            </a:pPr>
            <a:r>
              <a:rPr lang="en-US" sz="7864">
                <a:solidFill>
                  <a:srgbClr val="FFBC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350576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0"/>
                </a:moveTo>
                <a:lnTo>
                  <a:pt x="3892438" y="0"/>
                </a:lnTo>
                <a:lnTo>
                  <a:pt x="3892438" y="5672040"/>
                </a:lnTo>
                <a:lnTo>
                  <a:pt x="0" y="567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5400000">
            <a:off x="88980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5672040"/>
                </a:moveTo>
                <a:lnTo>
                  <a:pt x="3892438" y="5672040"/>
                </a:lnTo>
                <a:lnTo>
                  <a:pt x="3892438" y="0"/>
                </a:lnTo>
                <a:lnTo>
                  <a:pt x="0" y="0"/>
                </a:lnTo>
                <a:lnTo>
                  <a:pt x="0" y="56720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9930289"/>
            <a:ext cx="18288000" cy="356711"/>
            <a:chOff x="0" y="0"/>
            <a:chExt cx="4816593" cy="93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93949"/>
            </a:xfrm>
            <a:custGeom>
              <a:avLst/>
              <a:gdLst/>
              <a:ahLst/>
              <a:cxnLst/>
              <a:rect r="r" b="b" t="t" l="l"/>
              <a:pathLst>
                <a:path h="939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49"/>
                  </a:lnTo>
                  <a:lnTo>
                    <a:pt x="0" y="93949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816593" cy="15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12" t="0" r="0" b="-294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6460" y="8867605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6"/>
                </a:lnTo>
                <a:lnTo>
                  <a:pt x="0" y="2630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040136"/>
            <a:ext cx="16230600" cy="5827469"/>
            <a:chOff x="0" y="0"/>
            <a:chExt cx="4394068" cy="157765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394067" cy="1577655"/>
            </a:xfrm>
            <a:custGeom>
              <a:avLst/>
              <a:gdLst/>
              <a:ahLst/>
              <a:cxnLst/>
              <a:rect r="r" b="b" t="t" l="l"/>
              <a:pathLst>
                <a:path h="1577655" w="4394067">
                  <a:moveTo>
                    <a:pt x="0" y="0"/>
                  </a:moveTo>
                  <a:lnTo>
                    <a:pt x="4394067" y="0"/>
                  </a:lnTo>
                  <a:lnTo>
                    <a:pt x="4394067" y="1577655"/>
                  </a:lnTo>
                  <a:lnTo>
                    <a:pt x="0" y="157765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394068" cy="1634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59185" y="3182347"/>
            <a:ext cx="15369631" cy="52091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9"/>
              </a:lnSpc>
              <a:spcBef>
                <a:spcPct val="0"/>
              </a:spcBef>
            </a:pPr>
            <a:r>
              <a:rPr lang="en-US" b="true" sz="4914">
                <a:solidFill>
                  <a:srgbClr val="000000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To address these challenges, the FIFO: PGPC Queue Management System was developed. The system operates on the First-In, First-Out principle, ensuring that clients are served in the order of their arrival while providing real-time updates on queue status.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38991" y="1163018"/>
            <a:ext cx="10010019" cy="1343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10"/>
              </a:lnSpc>
              <a:spcBef>
                <a:spcPct val="0"/>
              </a:spcBef>
            </a:pPr>
            <a:r>
              <a:rPr lang="en-US" sz="7864">
                <a:solidFill>
                  <a:srgbClr val="FFBC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-5400000">
            <a:off x="1350576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0"/>
                </a:moveTo>
                <a:lnTo>
                  <a:pt x="3892438" y="0"/>
                </a:lnTo>
                <a:lnTo>
                  <a:pt x="3892438" y="5672040"/>
                </a:lnTo>
                <a:lnTo>
                  <a:pt x="0" y="567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5400000">
            <a:off x="88980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5672040"/>
                </a:moveTo>
                <a:lnTo>
                  <a:pt x="3892438" y="5672040"/>
                </a:lnTo>
                <a:lnTo>
                  <a:pt x="3892438" y="0"/>
                </a:lnTo>
                <a:lnTo>
                  <a:pt x="0" y="0"/>
                </a:lnTo>
                <a:lnTo>
                  <a:pt x="0" y="56720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0" y="9930289"/>
            <a:ext cx="18288000" cy="356711"/>
            <a:chOff x="0" y="0"/>
            <a:chExt cx="4816593" cy="9394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816592" cy="93949"/>
            </a:xfrm>
            <a:custGeom>
              <a:avLst/>
              <a:gdLst/>
              <a:ahLst/>
              <a:cxnLst/>
              <a:rect r="r" b="b" t="t" l="l"/>
              <a:pathLst>
                <a:path h="939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49"/>
                  </a:lnTo>
                  <a:lnTo>
                    <a:pt x="0" y="93949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816593" cy="15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276" t="-29412" r="-713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56460" y="8867605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6"/>
                </a:lnTo>
                <a:lnTo>
                  <a:pt x="0" y="2630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0">
            <a:off x="11352291" y="-3270212"/>
            <a:ext cx="6935709" cy="10106680"/>
          </a:xfrm>
          <a:custGeom>
            <a:avLst/>
            <a:gdLst/>
            <a:ahLst/>
            <a:cxnLst/>
            <a:rect r="r" b="b" t="t" l="l"/>
            <a:pathLst>
              <a:path h="10106680" w="6935709">
                <a:moveTo>
                  <a:pt x="0" y="10106680"/>
                </a:moveTo>
                <a:lnTo>
                  <a:pt x="6935709" y="10106680"/>
                </a:lnTo>
                <a:lnTo>
                  <a:pt x="6935709" y="0"/>
                </a:lnTo>
                <a:lnTo>
                  <a:pt x="0" y="0"/>
                </a:lnTo>
                <a:lnTo>
                  <a:pt x="0" y="1010668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352291" y="3450532"/>
            <a:ext cx="6935709" cy="10106680"/>
          </a:xfrm>
          <a:custGeom>
            <a:avLst/>
            <a:gdLst/>
            <a:ahLst/>
            <a:cxnLst/>
            <a:rect r="r" b="b" t="t" l="l"/>
            <a:pathLst>
              <a:path h="10106680" w="6935709">
                <a:moveTo>
                  <a:pt x="0" y="0"/>
                </a:moveTo>
                <a:lnTo>
                  <a:pt x="6935709" y="0"/>
                </a:lnTo>
                <a:lnTo>
                  <a:pt x="6935709" y="10106680"/>
                </a:lnTo>
                <a:lnTo>
                  <a:pt x="0" y="101066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3202147" y="706089"/>
            <a:ext cx="4448189" cy="722831"/>
          </a:xfrm>
          <a:custGeom>
            <a:avLst/>
            <a:gdLst/>
            <a:ahLst/>
            <a:cxnLst/>
            <a:rect r="r" b="b" t="t" l="l"/>
            <a:pathLst>
              <a:path h="722831" w="4448189">
                <a:moveTo>
                  <a:pt x="0" y="0"/>
                </a:moveTo>
                <a:lnTo>
                  <a:pt x="4448189" y="0"/>
                </a:lnTo>
                <a:lnTo>
                  <a:pt x="4448189" y="722831"/>
                </a:lnTo>
                <a:lnTo>
                  <a:pt x="0" y="722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202147" y="8862843"/>
            <a:ext cx="4448189" cy="722831"/>
          </a:xfrm>
          <a:custGeom>
            <a:avLst/>
            <a:gdLst/>
            <a:ahLst/>
            <a:cxnLst/>
            <a:rect r="r" b="b" t="t" l="l"/>
            <a:pathLst>
              <a:path h="722831" w="4448189">
                <a:moveTo>
                  <a:pt x="0" y="0"/>
                </a:moveTo>
                <a:lnTo>
                  <a:pt x="4448189" y="0"/>
                </a:lnTo>
                <a:lnTo>
                  <a:pt x="4448189" y="722830"/>
                </a:lnTo>
                <a:lnTo>
                  <a:pt x="0" y="7228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025343" y="1361478"/>
            <a:ext cx="8801797" cy="7564044"/>
            <a:chOff x="0" y="0"/>
            <a:chExt cx="812800" cy="698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547166" y="1809920"/>
            <a:ext cx="7758150" cy="6667161"/>
            <a:chOff x="0" y="0"/>
            <a:chExt cx="812800" cy="698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8"/>
              <a:stretch>
                <a:fillRect l="-28745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9930289"/>
            <a:ext cx="18288000" cy="356711"/>
            <a:chOff x="0" y="0"/>
            <a:chExt cx="4816593" cy="9394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816592" cy="93949"/>
            </a:xfrm>
            <a:custGeom>
              <a:avLst/>
              <a:gdLst/>
              <a:ahLst/>
              <a:cxnLst/>
              <a:rect r="r" b="b" t="t" l="l"/>
              <a:pathLst>
                <a:path h="939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49"/>
                  </a:lnTo>
                  <a:lnTo>
                    <a:pt x="0" y="93949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816593" cy="15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36450" y="1522598"/>
            <a:ext cx="7970561" cy="1687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87"/>
              </a:lnSpc>
              <a:spcBef>
                <a:spcPct val="0"/>
              </a:spcBef>
            </a:pPr>
            <a:r>
              <a:rPr lang="en-US" sz="991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OBJECTIVES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36450" y="3123951"/>
            <a:ext cx="10394796" cy="6100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934937" indent="-467469" lvl="1">
              <a:lnSpc>
                <a:spcPts val="6062"/>
              </a:lnSpc>
              <a:buFont typeface="Arial"/>
              <a:buChar char="•"/>
            </a:pPr>
            <a:r>
              <a:rPr lang="en-US" sz="4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4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 organize queues efficiently using FIFO logic, guaranteeing fairness.</a:t>
            </a:r>
          </a:p>
          <a:p>
            <a:pPr algn="just" marL="934937" indent="-467469" lvl="1">
              <a:lnSpc>
                <a:spcPts val="6062"/>
              </a:lnSpc>
              <a:buFont typeface="Arial"/>
              <a:buChar char="•"/>
            </a:pPr>
            <a:r>
              <a:rPr lang="en-US" sz="4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reduce crowding and alleviate stress for both clients and staff.</a:t>
            </a:r>
          </a:p>
          <a:p>
            <a:pPr algn="just" marL="934937" indent="-467469" lvl="1">
              <a:lnSpc>
                <a:spcPts val="6062"/>
              </a:lnSpc>
              <a:buFont typeface="Arial"/>
              <a:buChar char="•"/>
            </a:pPr>
            <a:r>
              <a:rPr lang="en-US" sz="433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 provide a user-friendly digital system that functions offline, ensuring reliability.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12" t="0" r="0" b="-2941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743839" y="6237092"/>
            <a:ext cx="4359465" cy="1948032"/>
            <a:chOff x="0" y="0"/>
            <a:chExt cx="812800" cy="3632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0B1A2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756460" y="8157446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5"/>
                </a:lnTo>
                <a:lnTo>
                  <a:pt x="0" y="2630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27744" y="3762416"/>
            <a:ext cx="4359465" cy="1948032"/>
            <a:chOff x="0" y="0"/>
            <a:chExt cx="812800" cy="3632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0B1A2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421409" y="3581651"/>
            <a:ext cx="4359465" cy="1948032"/>
            <a:chOff x="0" y="0"/>
            <a:chExt cx="812800" cy="3632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352291" y="1183752"/>
            <a:ext cx="6935709" cy="10106680"/>
          </a:xfrm>
          <a:custGeom>
            <a:avLst/>
            <a:gdLst/>
            <a:ahLst/>
            <a:cxnLst/>
            <a:rect r="r" b="b" t="t" l="l"/>
            <a:pathLst>
              <a:path h="10106680" w="6935709">
                <a:moveTo>
                  <a:pt x="0" y="0"/>
                </a:moveTo>
                <a:lnTo>
                  <a:pt x="6935709" y="0"/>
                </a:lnTo>
                <a:lnTo>
                  <a:pt x="6935709" y="10106680"/>
                </a:lnTo>
                <a:lnTo>
                  <a:pt x="0" y="101066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365028" y="6823550"/>
            <a:ext cx="4448189" cy="722831"/>
          </a:xfrm>
          <a:custGeom>
            <a:avLst/>
            <a:gdLst/>
            <a:ahLst/>
            <a:cxnLst/>
            <a:rect r="r" b="b" t="t" l="l"/>
            <a:pathLst>
              <a:path h="722831" w="4448189">
                <a:moveTo>
                  <a:pt x="0" y="0"/>
                </a:moveTo>
                <a:lnTo>
                  <a:pt x="4448189" y="0"/>
                </a:lnTo>
                <a:lnTo>
                  <a:pt x="4448189" y="722831"/>
                </a:lnTo>
                <a:lnTo>
                  <a:pt x="0" y="72283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12188225" y="-683343"/>
            <a:ext cx="8801797" cy="7564044"/>
            <a:chOff x="0" y="0"/>
            <a:chExt cx="812800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57150"/>
              <a:ext cx="584200" cy="7556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710048" y="-234902"/>
            <a:ext cx="7758150" cy="6667161"/>
            <a:chOff x="0" y="0"/>
            <a:chExt cx="812800" cy="6985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698500"/>
            </a:xfrm>
            <a:custGeom>
              <a:avLst/>
              <a:gdLst/>
              <a:ahLst/>
              <a:cxnLst/>
              <a:rect r="r" b="b" t="t" l="l"/>
              <a:pathLst>
                <a:path h="698500" w="812800">
                  <a:moveTo>
                    <a:pt x="812800" y="349250"/>
                  </a:moveTo>
                  <a:lnTo>
                    <a:pt x="609600" y="698500"/>
                  </a:lnTo>
                  <a:lnTo>
                    <a:pt x="203200" y="698500"/>
                  </a:lnTo>
                  <a:lnTo>
                    <a:pt x="0" y="34925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812800" y="349250"/>
                  </a:lnTo>
                  <a:close/>
                </a:path>
              </a:pathLst>
            </a:custGeom>
            <a:blipFill>
              <a:blip r:embed="rId8"/>
              <a:stretch>
                <a:fillRect l="-28745" t="0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0" y="9930289"/>
            <a:ext cx="18288000" cy="356711"/>
            <a:chOff x="0" y="0"/>
            <a:chExt cx="4816593" cy="939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816592" cy="93949"/>
            </a:xfrm>
            <a:custGeom>
              <a:avLst/>
              <a:gdLst/>
              <a:ahLst/>
              <a:cxnLst/>
              <a:rect r="r" b="b" t="t" l="l"/>
              <a:pathLst>
                <a:path h="939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49"/>
                  </a:lnTo>
                  <a:lnTo>
                    <a:pt x="0" y="93949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4816593" cy="15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80119" y="6218939"/>
            <a:ext cx="4359465" cy="1948032"/>
            <a:chOff x="0" y="0"/>
            <a:chExt cx="812800" cy="36320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0B1A2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421409" y="6034829"/>
            <a:ext cx="4359465" cy="1948032"/>
            <a:chOff x="0" y="0"/>
            <a:chExt cx="812800" cy="36320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537504" y="6034829"/>
            <a:ext cx="4359465" cy="1948032"/>
            <a:chOff x="0" y="0"/>
            <a:chExt cx="812800" cy="36320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743839" y="3762416"/>
            <a:ext cx="4359465" cy="1948032"/>
            <a:chOff x="0" y="0"/>
            <a:chExt cx="812800" cy="3632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0B1A26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6537504" y="3581651"/>
            <a:ext cx="4359465" cy="1948032"/>
            <a:chOff x="0" y="0"/>
            <a:chExt cx="812800" cy="36320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363201"/>
            </a:xfrm>
            <a:custGeom>
              <a:avLst/>
              <a:gdLst/>
              <a:ahLst/>
              <a:cxnLst/>
              <a:rect r="r" b="b" t="t" l="l"/>
              <a:pathLst>
                <a:path h="363201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363201"/>
                  </a:lnTo>
                  <a:lnTo>
                    <a:pt x="0" y="363201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812800" cy="4203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811390" y="1322955"/>
            <a:ext cx="11018069" cy="151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95"/>
              </a:lnSpc>
              <a:spcBef>
                <a:spcPct val="0"/>
              </a:spcBef>
            </a:pPr>
            <a:r>
              <a:rPr lang="en-US" sz="8853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FEATURES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27744" y="3745074"/>
            <a:ext cx="3946796" cy="154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3"/>
              </a:lnSpc>
              <a:spcBef>
                <a:spcPct val="0"/>
              </a:spcBef>
            </a:pPr>
            <a:r>
              <a:rPr lang="en-US" b="true" sz="2923" spc="-5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Digital ticketing system for assigning queue numbers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743839" y="3745074"/>
            <a:ext cx="3946796" cy="154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3"/>
              </a:lnSpc>
              <a:spcBef>
                <a:spcPct val="0"/>
              </a:spcBef>
            </a:pPr>
            <a:r>
              <a:rPr lang="en-US" b="true" sz="2923" spc="-5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First-In, First-Out (FIFO) logic to ensure fair service order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27744" y="6160892"/>
            <a:ext cx="3946796" cy="154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3"/>
              </a:lnSpc>
              <a:spcBef>
                <a:spcPct val="0"/>
              </a:spcBef>
            </a:pPr>
            <a:r>
              <a:rPr lang="en-US" b="true" sz="2923" spc="-5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display of the current number being served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743839" y="6198252"/>
            <a:ext cx="3946796" cy="1544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93"/>
              </a:lnSpc>
              <a:spcBef>
                <a:spcPct val="0"/>
              </a:spcBef>
            </a:pPr>
            <a:r>
              <a:rPr lang="en-US" b="true" sz="2923" spc="-58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Admin controls to call, skip, or reset queue numbers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9412" t="0" r="0" b="-2941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1350576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0"/>
                </a:moveTo>
                <a:lnTo>
                  <a:pt x="3892438" y="0"/>
                </a:lnTo>
                <a:lnTo>
                  <a:pt x="3892438" y="5672040"/>
                </a:lnTo>
                <a:lnTo>
                  <a:pt x="0" y="567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-5400000">
            <a:off x="88980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5672040"/>
                </a:moveTo>
                <a:lnTo>
                  <a:pt x="3892438" y="5672040"/>
                </a:lnTo>
                <a:lnTo>
                  <a:pt x="3892438" y="0"/>
                </a:lnTo>
                <a:lnTo>
                  <a:pt x="0" y="0"/>
                </a:lnTo>
                <a:lnTo>
                  <a:pt x="0" y="56720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756460" y="8867605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6"/>
                </a:lnTo>
                <a:lnTo>
                  <a:pt x="0" y="2630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0" y="9930289"/>
            <a:ext cx="18288000" cy="356711"/>
            <a:chOff x="0" y="0"/>
            <a:chExt cx="4816593" cy="9394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816592" cy="93949"/>
            </a:xfrm>
            <a:custGeom>
              <a:avLst/>
              <a:gdLst/>
              <a:ahLst/>
              <a:cxnLst/>
              <a:rect r="r" b="b" t="t" l="l"/>
              <a:pathLst>
                <a:path h="939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49"/>
                  </a:lnTo>
                  <a:lnTo>
                    <a:pt x="0" y="93949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4816593" cy="15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028700" y="876300"/>
            <a:ext cx="15730940" cy="134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004"/>
              </a:lnSpc>
              <a:spcBef>
                <a:spcPct val="0"/>
              </a:spcBef>
            </a:pPr>
            <a:r>
              <a:rPr lang="en-US" sz="7859">
                <a:solidFill>
                  <a:srgbClr val="FFBC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889801" y="6422280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0"/>
                </a:moveTo>
                <a:lnTo>
                  <a:pt x="3892438" y="0"/>
                </a:lnTo>
                <a:lnTo>
                  <a:pt x="3892438" y="5672040"/>
                </a:lnTo>
                <a:lnTo>
                  <a:pt x="0" y="567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5400000">
            <a:off x="13505761" y="6422280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5672040"/>
                </a:moveTo>
                <a:lnTo>
                  <a:pt x="3892438" y="5672040"/>
                </a:lnTo>
                <a:lnTo>
                  <a:pt x="3892438" y="0"/>
                </a:lnTo>
                <a:lnTo>
                  <a:pt x="0" y="0"/>
                </a:lnTo>
                <a:lnTo>
                  <a:pt x="0" y="56720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729592" y="2453186"/>
            <a:ext cx="16828815" cy="5451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9"/>
              </a:lnSpc>
              <a:spcBef>
                <a:spcPct val="0"/>
              </a:spcBef>
            </a:pPr>
            <a:r>
              <a:rPr lang="en-US" b="true" sz="511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The FIFO Queue Management System offers a straightforward and effective solution to improve fairness and order in queue management. It enhances the overall experience for clients and staff, with potential for future enhancements and integrations.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3562" t="0" r="0" b="-5356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222628" y="2252253"/>
            <a:ext cx="11842744" cy="274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592"/>
              </a:lnSpc>
              <a:spcBef>
                <a:spcPct val="0"/>
              </a:spcBef>
            </a:pPr>
            <a:r>
              <a:rPr lang="en-US" sz="1613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311099" y="4397098"/>
            <a:ext cx="11665802" cy="2914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60"/>
              </a:lnSpc>
              <a:spcBef>
                <a:spcPct val="0"/>
              </a:spcBef>
            </a:pPr>
            <a:r>
              <a:rPr lang="en-US" sz="17042">
                <a:solidFill>
                  <a:srgbClr val="FFBC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YOU</a:t>
            </a:r>
          </a:p>
        </p:txBody>
      </p:sp>
      <p:sp>
        <p:nvSpPr>
          <p:cNvPr name="Freeform 5" id="5"/>
          <p:cNvSpPr/>
          <p:nvPr/>
        </p:nvSpPr>
        <p:spPr>
          <a:xfrm flipH="false" flipV="true" rot="0">
            <a:off x="0" y="-1315418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2630836"/>
                </a:moveTo>
                <a:lnTo>
                  <a:pt x="20044460" y="2630836"/>
                </a:lnTo>
                <a:lnTo>
                  <a:pt x="20044460" y="0"/>
                </a:lnTo>
                <a:lnTo>
                  <a:pt x="0" y="0"/>
                </a:lnTo>
                <a:lnTo>
                  <a:pt x="0" y="2630836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1350576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0"/>
                </a:moveTo>
                <a:lnTo>
                  <a:pt x="3892438" y="0"/>
                </a:lnTo>
                <a:lnTo>
                  <a:pt x="3892438" y="5672040"/>
                </a:lnTo>
                <a:lnTo>
                  <a:pt x="0" y="567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-5400000">
            <a:off x="889801" y="-2160696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5672040"/>
                </a:moveTo>
                <a:lnTo>
                  <a:pt x="3892438" y="5672040"/>
                </a:lnTo>
                <a:lnTo>
                  <a:pt x="3892438" y="0"/>
                </a:lnTo>
                <a:lnTo>
                  <a:pt x="0" y="0"/>
                </a:lnTo>
                <a:lnTo>
                  <a:pt x="0" y="56720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1756460" y="8867605"/>
            <a:ext cx="20044460" cy="2630835"/>
          </a:xfrm>
          <a:custGeom>
            <a:avLst/>
            <a:gdLst/>
            <a:ahLst/>
            <a:cxnLst/>
            <a:rect r="r" b="b" t="t" l="l"/>
            <a:pathLst>
              <a:path h="2630835" w="20044460">
                <a:moveTo>
                  <a:pt x="0" y="0"/>
                </a:moveTo>
                <a:lnTo>
                  <a:pt x="20044460" y="0"/>
                </a:lnTo>
                <a:lnTo>
                  <a:pt x="20044460" y="2630836"/>
                </a:lnTo>
                <a:lnTo>
                  <a:pt x="0" y="263083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0" y="9930289"/>
            <a:ext cx="18288000" cy="356711"/>
            <a:chOff x="0" y="0"/>
            <a:chExt cx="4816593" cy="939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16592" cy="93949"/>
            </a:xfrm>
            <a:custGeom>
              <a:avLst/>
              <a:gdLst/>
              <a:ahLst/>
              <a:cxnLst/>
              <a:rect r="r" b="b" t="t" l="l"/>
              <a:pathLst>
                <a:path h="9394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93949"/>
                  </a:lnTo>
                  <a:lnTo>
                    <a:pt x="0" y="93949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4816593" cy="1510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5400000">
            <a:off x="889801" y="6422280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0"/>
                </a:moveTo>
                <a:lnTo>
                  <a:pt x="3892438" y="0"/>
                </a:lnTo>
                <a:lnTo>
                  <a:pt x="3892438" y="5672040"/>
                </a:lnTo>
                <a:lnTo>
                  <a:pt x="0" y="567204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true" rot="5400000">
            <a:off x="13505761" y="6422280"/>
            <a:ext cx="3892438" cy="5672041"/>
          </a:xfrm>
          <a:custGeom>
            <a:avLst/>
            <a:gdLst/>
            <a:ahLst/>
            <a:cxnLst/>
            <a:rect r="r" b="b" t="t" l="l"/>
            <a:pathLst>
              <a:path h="5672041" w="3892438">
                <a:moveTo>
                  <a:pt x="0" y="5672040"/>
                </a:moveTo>
                <a:lnTo>
                  <a:pt x="3892438" y="5672040"/>
                </a:lnTo>
                <a:lnTo>
                  <a:pt x="3892438" y="0"/>
                </a:lnTo>
                <a:lnTo>
                  <a:pt x="0" y="0"/>
                </a:lnTo>
                <a:lnTo>
                  <a:pt x="0" y="567204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016387" y="7929275"/>
            <a:ext cx="8255227" cy="553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64"/>
              </a:lnSpc>
              <a:spcBef>
                <a:spcPct val="0"/>
              </a:spcBef>
            </a:pPr>
            <a:r>
              <a:rPr lang="en-US" sz="3046" spc="-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www.reallygreatsite.com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DAGpTDpZjT0</dc:identifier>
  <dcterms:modified xsi:type="dcterms:W3CDTF">2011-08-01T06:04:30Z</dcterms:modified>
  <cp:revision>1</cp:revision>
  <dc:title>System Development PPT G6</dc:title>
</cp:coreProperties>
</file>